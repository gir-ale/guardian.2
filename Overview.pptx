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66" r:id="rId5"/>
    <p:sldId id="267" r:id="rId6"/>
    <p:sldId id="26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fr-FR"/>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fr-FR"/>
              <a:t>Modifiez le style du titre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D85E8955-9795-4676-8515-AE7860660C40}" type="datetimeFigureOut">
              <a:rPr lang="fr-FR" smtClean="0"/>
              <a:t>08/04/2026</a:t>
            </a:fld>
            <a:endParaRPr lang="fr-FR"/>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fr-FR"/>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3F393069-32FC-453B-B07B-1EAB4A73BB8A}" type="slidenum">
              <a:rPr lang="fr-FR" smtClean="0"/>
              <a:t>‹N°›</a:t>
            </a:fld>
            <a:endParaRPr lang="fr-FR"/>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4120603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85E8955-9795-4676-8515-AE7860660C40}" type="datetimeFigureOut">
              <a:rPr lang="fr-FR" smtClean="0"/>
              <a:t>08/04/2026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133110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D85E8955-9795-4676-8515-AE7860660C40}" type="datetimeFigureOut">
              <a:rPr lang="fr-FR" smtClean="0"/>
              <a:t>08/04/2026</a:t>
            </a:fld>
            <a:endParaRPr lang="fr-FR"/>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3F393069-32FC-453B-B07B-1EAB4A73BB8A}" type="slidenum">
              <a:rPr lang="fr-FR" smtClean="0"/>
              <a:t>‹N°›</a:t>
            </a:fld>
            <a:endParaRPr lang="fr-FR"/>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41515780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85E8955-9795-4676-8515-AE7860660C40}" type="datetimeFigureOut">
              <a:rPr lang="fr-FR" smtClean="0"/>
              <a:t>08/04/2026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6840480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fr-FR"/>
              <a:t>Modifiez le style du titre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57300" y="2909102"/>
            <a:ext cx="4800600" cy="299639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633864" y="2909102"/>
            <a:ext cx="4800600" cy="299639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85E8955-9795-4676-8515-AE7860660C40}" type="datetimeFigureOut">
              <a:rPr lang="fr-FR" smtClean="0"/>
              <a:t>08/04/2026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246104583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85E8955-9795-4676-8515-AE7860660C40}" type="datetimeFigureOut">
              <a:rPr lang="fr-FR" smtClean="0"/>
              <a:t>08/04/2026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3383844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5E8955-9795-4676-8515-AE7860660C40}" type="datetimeFigureOut">
              <a:rPr lang="fr-FR" smtClean="0"/>
              <a:t>08/04/2026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291130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fr-FR"/>
              <a:t>Modifiez le style du titre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65051" y="6375679"/>
            <a:ext cx="1233355" cy="348462"/>
          </a:xfrm>
        </p:spPr>
        <p:txBody>
          <a:bodyPr/>
          <a:lstStyle/>
          <a:p>
            <a:fld id="{D85E8955-9795-4676-8515-AE7860660C40}" type="datetimeFigureOut">
              <a:rPr lang="fr-FR" smtClean="0"/>
              <a:t>08/04/2026</a:t>
            </a:fld>
            <a:endParaRPr lang="fr-FR"/>
          </a:p>
        </p:txBody>
      </p:sp>
      <p:sp>
        <p:nvSpPr>
          <p:cNvPr id="6" name="Footer Placeholder 5"/>
          <p:cNvSpPr>
            <a:spLocks noGrp="1"/>
          </p:cNvSpPr>
          <p:nvPr>
            <p:ph type="ftr" sz="quarter" idx="11"/>
          </p:nvPr>
        </p:nvSpPr>
        <p:spPr>
          <a:xfrm>
            <a:off x="2103620" y="6375679"/>
            <a:ext cx="3482179" cy="345796"/>
          </a:xfrm>
        </p:spPr>
        <p:txBody>
          <a:bodyPr/>
          <a:lstStyle/>
          <a:p>
            <a:endParaRPr lang="fr-FR"/>
          </a:p>
        </p:txBody>
      </p:sp>
      <p:sp>
        <p:nvSpPr>
          <p:cNvPr id="7" name="Slide Number Placeholder 6"/>
          <p:cNvSpPr>
            <a:spLocks noGrp="1"/>
          </p:cNvSpPr>
          <p:nvPr>
            <p:ph type="sldNum" sz="quarter" idx="12"/>
          </p:nvPr>
        </p:nvSpPr>
        <p:spPr>
          <a:xfrm>
            <a:off x="5691014" y="6375679"/>
            <a:ext cx="1232456" cy="345796"/>
          </a:xfrm>
        </p:spPr>
        <p:txBody>
          <a:bodyPr/>
          <a:lstStyle/>
          <a:p>
            <a:fld id="{3F393069-32FC-453B-B07B-1EAB4A73BB8A}" type="slidenum">
              <a:rPr lang="fr-FR" smtClean="0"/>
              <a:t>‹N°›</a:t>
            </a:fld>
            <a:endParaRPr lang="fr-FR"/>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347243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fr-FR"/>
              <a:t>Modifiez le style du titre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65950" y="6375679"/>
            <a:ext cx="1232456" cy="348462"/>
          </a:xfrm>
        </p:spPr>
        <p:txBody>
          <a:bodyPr/>
          <a:lstStyle/>
          <a:p>
            <a:fld id="{D85E8955-9795-4676-8515-AE7860660C40}" type="datetimeFigureOut">
              <a:rPr lang="fr-FR" smtClean="0"/>
              <a:t>08/04/2026</a:t>
            </a:fld>
            <a:endParaRPr lang="fr-FR"/>
          </a:p>
        </p:txBody>
      </p:sp>
      <p:sp>
        <p:nvSpPr>
          <p:cNvPr id="6" name="Footer Placeholder 5"/>
          <p:cNvSpPr>
            <a:spLocks noGrp="1"/>
          </p:cNvSpPr>
          <p:nvPr>
            <p:ph type="ftr" sz="quarter" idx="11"/>
          </p:nvPr>
        </p:nvSpPr>
        <p:spPr>
          <a:xfrm>
            <a:off x="2103621" y="6375679"/>
            <a:ext cx="3482178" cy="345796"/>
          </a:xfrm>
        </p:spPr>
        <p:txBody>
          <a:bodyPr/>
          <a:lstStyle/>
          <a:p>
            <a:endParaRPr lang="fr-FR"/>
          </a:p>
        </p:txBody>
      </p:sp>
      <p:sp>
        <p:nvSpPr>
          <p:cNvPr id="7" name="Slide Number Placeholder 6"/>
          <p:cNvSpPr>
            <a:spLocks noGrp="1"/>
          </p:cNvSpPr>
          <p:nvPr>
            <p:ph type="sldNum" sz="quarter" idx="12"/>
          </p:nvPr>
        </p:nvSpPr>
        <p:spPr>
          <a:xfrm>
            <a:off x="5687568" y="6375679"/>
            <a:ext cx="1234440" cy="345796"/>
          </a:xfrm>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4101649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85E8955-9795-4676-8515-AE7860660C40}" type="datetimeFigureOut">
              <a:rPr lang="fr-FR" smtClean="0"/>
              <a:t>08/04/2026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1762106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85E8955-9795-4676-8515-AE7860660C40}" type="datetimeFigureOut">
              <a:rPr lang="fr-FR" smtClean="0"/>
              <a:t>08/04/2026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F393069-32FC-453B-B07B-1EAB4A73BB8A}" type="slidenum">
              <a:rPr lang="fr-FR" smtClean="0"/>
              <a:t>‹N°›</a:t>
            </a:fld>
            <a:endParaRPr lang="fr-FR"/>
          </a:p>
        </p:txBody>
      </p:sp>
    </p:spTree>
    <p:extLst>
      <p:ext uri="{BB962C8B-B14F-4D97-AF65-F5344CB8AC3E}">
        <p14:creationId xmlns:p14="http://schemas.microsoft.com/office/powerpoint/2010/main" val="294510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D85E8955-9795-4676-8515-AE7860660C40}" type="datetimeFigureOut">
              <a:rPr lang="fr-FR" smtClean="0"/>
              <a:t>08/04/2026</a:t>
            </a:fld>
            <a:endParaRPr lang="fr-FR"/>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fr-FR"/>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F393069-32FC-453B-B07B-1EAB4A73BB8A}" type="slidenum">
              <a:rPr lang="fr-FR" smtClean="0"/>
              <a:t>‹N°›</a:t>
            </a:fld>
            <a:endParaRPr lang="fr-FR"/>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fr-FR"/>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1698383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77CDA6FC-D040-ADE1-BE2C-1256B1CB11A1}"/>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26354"/>
          </a:xfrm>
          <a:prstGeom prst="rect">
            <a:avLst/>
          </a:prstGeom>
        </p:spPr>
      </p:pic>
      <p:pic>
        <p:nvPicPr>
          <p:cNvPr id="10" name="Espace réservé du contenu 4">
            <a:extLst>
              <a:ext uri="{FF2B5EF4-FFF2-40B4-BE49-F238E27FC236}">
                <a16:creationId xmlns:a16="http://schemas.microsoft.com/office/drawing/2014/main" id="{86617642-EFBC-F984-B0C3-66C56EBE249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1502" r="18788"/>
          <a:stretch>
            <a:fillRect/>
          </a:stretch>
        </p:blipFill>
        <p:spPr>
          <a:xfrm rot="190223">
            <a:off x="372492" y="1576431"/>
            <a:ext cx="5088818" cy="479394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Image 10">
            <a:extLst>
              <a:ext uri="{FF2B5EF4-FFF2-40B4-BE49-F238E27FC236}">
                <a16:creationId xmlns:a16="http://schemas.microsoft.com/office/drawing/2014/main" id="{FC7BF27D-8036-EFFA-B185-8D7BF4A69498}"/>
              </a:ext>
            </a:extLst>
          </p:cNvPr>
          <p:cNvPicPr>
            <a:picLocks noChangeAspect="1"/>
          </p:cNvPicPr>
          <p:nvPr/>
        </p:nvPicPr>
        <p:blipFill>
          <a:blip r:embed="rId4">
            <a:extLst>
              <a:ext uri="{28A0092B-C50C-407E-A947-70E740481C1C}">
                <a14:useLocalDpi xmlns:a14="http://schemas.microsoft.com/office/drawing/2010/main" val="0"/>
              </a:ext>
            </a:extLst>
          </a:blip>
          <a:srcRect l="25500" t="4000" r="19917"/>
          <a:stretch>
            <a:fillRect/>
          </a:stretch>
        </p:blipFill>
        <p:spPr>
          <a:xfrm rot="21417144">
            <a:off x="7401089" y="204159"/>
            <a:ext cx="4289805" cy="4243959"/>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Rectangle : coins arrondis 15">
            <a:extLst>
              <a:ext uri="{FF2B5EF4-FFF2-40B4-BE49-F238E27FC236}">
                <a16:creationId xmlns:a16="http://schemas.microsoft.com/office/drawing/2014/main" id="{7773DF82-1161-D72D-CCA3-750409A2C980}"/>
              </a:ext>
            </a:extLst>
          </p:cNvPr>
          <p:cNvSpPr/>
          <p:nvPr/>
        </p:nvSpPr>
        <p:spPr>
          <a:xfrm rot="2072331">
            <a:off x="11494679" y="3583254"/>
            <a:ext cx="522430" cy="1069433"/>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0 w 614273"/>
              <a:gd name="csY0" fmla="*/ 22883 h 1449691"/>
              <a:gd name="csX1" fmla="*/ 133050 w 614273"/>
              <a:gd name="csY1" fmla="*/ 23789 h 1449691"/>
              <a:gd name="csX2" fmla="*/ 557464 w 614273"/>
              <a:gd name="csY2" fmla="*/ 37033 h 1449691"/>
              <a:gd name="csX3" fmla="*/ 614273 w 614273"/>
              <a:gd name="csY3" fmla="*/ 80083 h 1449691"/>
              <a:gd name="csX4" fmla="*/ 607362 w 614273"/>
              <a:gd name="csY4" fmla="*/ 1387274 h 1449691"/>
              <a:gd name="csX5" fmla="*/ 524610 w 614273"/>
              <a:gd name="csY5" fmla="*/ 1429871 h 1449691"/>
              <a:gd name="csX6" fmla="*/ 96039 w 614273"/>
              <a:gd name="csY6" fmla="*/ 1449691 h 1449691"/>
              <a:gd name="csX7" fmla="*/ 48947 w 614273"/>
              <a:gd name="csY7" fmla="*/ 1363409 h 1449691"/>
              <a:gd name="csX8" fmla="*/ 0 w 614273"/>
              <a:gd name="csY8" fmla="*/ 22883 h 1449691"/>
              <a:gd name="csX0" fmla="*/ 0 w 614273"/>
              <a:gd name="csY0" fmla="*/ 55262 h 1482070"/>
              <a:gd name="csX1" fmla="*/ 110859 w 614273"/>
              <a:gd name="csY1" fmla="*/ 0 h 1482070"/>
              <a:gd name="csX2" fmla="*/ 557464 w 614273"/>
              <a:gd name="csY2" fmla="*/ 69412 h 1482070"/>
              <a:gd name="csX3" fmla="*/ 614273 w 614273"/>
              <a:gd name="csY3" fmla="*/ 112462 h 1482070"/>
              <a:gd name="csX4" fmla="*/ 607362 w 614273"/>
              <a:gd name="csY4" fmla="*/ 1419653 h 1482070"/>
              <a:gd name="csX5" fmla="*/ 524610 w 614273"/>
              <a:gd name="csY5" fmla="*/ 1462250 h 1482070"/>
              <a:gd name="csX6" fmla="*/ 96039 w 614273"/>
              <a:gd name="csY6" fmla="*/ 1482070 h 1482070"/>
              <a:gd name="csX7" fmla="*/ 48947 w 614273"/>
              <a:gd name="csY7" fmla="*/ 1395788 h 1482070"/>
              <a:gd name="csX8" fmla="*/ 0 w 614273"/>
              <a:gd name="csY8" fmla="*/ 55262 h 1482070"/>
              <a:gd name="csX0" fmla="*/ 0 w 618769"/>
              <a:gd name="csY0" fmla="*/ 55262 h 1482070"/>
              <a:gd name="csX1" fmla="*/ 110859 w 618769"/>
              <a:gd name="csY1" fmla="*/ 0 h 1482070"/>
              <a:gd name="csX2" fmla="*/ 557464 w 618769"/>
              <a:gd name="csY2" fmla="*/ 69412 h 1482070"/>
              <a:gd name="csX3" fmla="*/ 618769 w 618769"/>
              <a:gd name="csY3" fmla="*/ 218526 h 1482070"/>
              <a:gd name="csX4" fmla="*/ 607362 w 618769"/>
              <a:gd name="csY4" fmla="*/ 1419653 h 1482070"/>
              <a:gd name="csX5" fmla="*/ 524610 w 618769"/>
              <a:gd name="csY5" fmla="*/ 1462250 h 1482070"/>
              <a:gd name="csX6" fmla="*/ 96039 w 618769"/>
              <a:gd name="csY6" fmla="*/ 1482070 h 1482070"/>
              <a:gd name="csX7" fmla="*/ 48947 w 618769"/>
              <a:gd name="csY7" fmla="*/ 1395788 h 1482070"/>
              <a:gd name="csX8" fmla="*/ 0 w 618769"/>
              <a:gd name="csY8" fmla="*/ 55262 h 1482070"/>
              <a:gd name="csX0" fmla="*/ 0 w 618769"/>
              <a:gd name="csY0" fmla="*/ 55262 h 1482070"/>
              <a:gd name="csX1" fmla="*/ 110859 w 618769"/>
              <a:gd name="csY1" fmla="*/ 0 h 1482070"/>
              <a:gd name="csX2" fmla="*/ 533839 w 618769"/>
              <a:gd name="csY2" fmla="*/ 83258 h 1482070"/>
              <a:gd name="csX3" fmla="*/ 618769 w 618769"/>
              <a:gd name="csY3" fmla="*/ 218526 h 1482070"/>
              <a:gd name="csX4" fmla="*/ 607362 w 618769"/>
              <a:gd name="csY4" fmla="*/ 1419653 h 1482070"/>
              <a:gd name="csX5" fmla="*/ 524610 w 618769"/>
              <a:gd name="csY5" fmla="*/ 1462250 h 1482070"/>
              <a:gd name="csX6" fmla="*/ 96039 w 618769"/>
              <a:gd name="csY6" fmla="*/ 1482070 h 1482070"/>
              <a:gd name="csX7" fmla="*/ 48947 w 618769"/>
              <a:gd name="csY7" fmla="*/ 1395788 h 1482070"/>
              <a:gd name="csX8" fmla="*/ 0 w 618769"/>
              <a:gd name="csY8" fmla="*/ 55262 h 1482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18769" h="1482070">
                <a:moveTo>
                  <a:pt x="0" y="55262"/>
                </a:moveTo>
                <a:cubicBezTo>
                  <a:pt x="0" y="3251"/>
                  <a:pt x="58848" y="0"/>
                  <a:pt x="110859" y="0"/>
                </a:cubicBezTo>
                <a:lnTo>
                  <a:pt x="533839" y="83258"/>
                </a:lnTo>
                <a:cubicBezTo>
                  <a:pt x="585850" y="83258"/>
                  <a:pt x="618769" y="166515"/>
                  <a:pt x="618769" y="218526"/>
                </a:cubicBezTo>
                <a:cubicBezTo>
                  <a:pt x="616465" y="654256"/>
                  <a:pt x="609666" y="983923"/>
                  <a:pt x="607362" y="1419653"/>
                </a:cubicBezTo>
                <a:cubicBezTo>
                  <a:pt x="607362" y="1471664"/>
                  <a:pt x="576621" y="1462250"/>
                  <a:pt x="524610" y="1462250"/>
                </a:cubicBezTo>
                <a:lnTo>
                  <a:pt x="96039" y="1482070"/>
                </a:lnTo>
                <a:cubicBezTo>
                  <a:pt x="44028" y="1482070"/>
                  <a:pt x="48947" y="1447799"/>
                  <a:pt x="48947" y="1395788"/>
                </a:cubicBezTo>
                <a:cubicBezTo>
                  <a:pt x="48947" y="989732"/>
                  <a:pt x="0" y="461318"/>
                  <a:pt x="0" y="55262"/>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3" name="ZoneTexte 12">
            <a:extLst>
              <a:ext uri="{FF2B5EF4-FFF2-40B4-BE49-F238E27FC236}">
                <a16:creationId xmlns:a16="http://schemas.microsoft.com/office/drawing/2014/main" id="{DF221137-DA81-1D0C-2EFE-F77CC8CC5F4E}"/>
              </a:ext>
            </a:extLst>
          </p:cNvPr>
          <p:cNvSpPr txBox="1"/>
          <p:nvPr/>
        </p:nvSpPr>
        <p:spPr>
          <a:xfrm>
            <a:off x="5594555" y="4706538"/>
            <a:ext cx="6715432" cy="2031325"/>
          </a:xfrm>
          <a:prstGeom prst="rect">
            <a:avLst/>
          </a:prstGeom>
          <a:noFill/>
          <a:effectLst>
            <a:outerShdw blurRad="50800" dist="38100" dir="8100000" algn="tr" rotWithShape="0">
              <a:prstClr val="black">
                <a:alpha val="40000"/>
              </a:prstClr>
            </a:outerShdw>
          </a:effectLst>
          <a:scene3d>
            <a:camera prst="orthographicFront"/>
            <a:lightRig rig="threePt" dir="t"/>
          </a:scene3d>
          <a:sp3d>
            <a:bevelT prst="angle"/>
          </a:sp3d>
        </p:spPr>
        <p:txBody>
          <a:bodyPr wrap="square">
            <a:spAutoFit/>
          </a:bodyPr>
          <a:lstStyle/>
          <a:p>
            <a:r>
              <a:rPr lang="en-US" b="1" noProof="0" dirty="0">
                <a:solidFill>
                  <a:schemeClr val="bg1"/>
                </a:solidFill>
                <a:highlight>
                  <a:srgbClr val="000000"/>
                </a:highlight>
              </a:rPr>
              <a:t>The Guardian .2</a:t>
            </a:r>
            <a:r>
              <a:rPr lang="en-US" noProof="0" dirty="0">
                <a:solidFill>
                  <a:schemeClr val="bg1"/>
                </a:solidFill>
                <a:highlight>
                  <a:srgbClr val="000000"/>
                </a:highlight>
              </a:rPr>
              <a:t> is a versatile robotic platform based around the Jansen mechanism; it is designed to perform a wide range of tasks. It enables users to remotely explore, inspect, and monitor environments ranging from warehouses to confined spaces such as drains or ducts. The Guardian can also operate alongside computer vision and artificial intelligence systems, allowing it to carry out more advanced functions such as automated inspection, anomaly detection, and data collection.</a:t>
            </a:r>
          </a:p>
        </p:txBody>
      </p:sp>
      <p:sp>
        <p:nvSpPr>
          <p:cNvPr id="14" name="Rectangle : coins arrondis 15">
            <a:extLst>
              <a:ext uri="{FF2B5EF4-FFF2-40B4-BE49-F238E27FC236}">
                <a16:creationId xmlns:a16="http://schemas.microsoft.com/office/drawing/2014/main" id="{4DF719F9-6836-E321-2924-D845125F3216}"/>
              </a:ext>
            </a:extLst>
          </p:cNvPr>
          <p:cNvSpPr/>
          <p:nvPr/>
        </p:nvSpPr>
        <p:spPr>
          <a:xfrm rot="19312271">
            <a:off x="5033976" y="1074238"/>
            <a:ext cx="550684" cy="1662628"/>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0 w 697704"/>
              <a:gd name="csY0" fmla="*/ 67766 h 1425902"/>
              <a:gd name="csX1" fmla="*/ 216481 w 697704"/>
              <a:gd name="csY1" fmla="*/ 0 h 1425902"/>
              <a:gd name="csX2" fmla="*/ 640895 w 697704"/>
              <a:gd name="csY2" fmla="*/ 13244 h 1425902"/>
              <a:gd name="csX3" fmla="*/ 697704 w 697704"/>
              <a:gd name="csY3" fmla="*/ 56294 h 1425902"/>
              <a:gd name="csX4" fmla="*/ 690793 w 697704"/>
              <a:gd name="csY4" fmla="*/ 1363485 h 1425902"/>
              <a:gd name="csX5" fmla="*/ 608041 w 697704"/>
              <a:gd name="csY5" fmla="*/ 1406082 h 1425902"/>
              <a:gd name="csX6" fmla="*/ 179470 w 697704"/>
              <a:gd name="csY6" fmla="*/ 1425902 h 1425902"/>
              <a:gd name="csX7" fmla="*/ 132378 w 697704"/>
              <a:gd name="csY7" fmla="*/ 1339620 h 1425902"/>
              <a:gd name="csX8" fmla="*/ 0 w 697704"/>
              <a:gd name="csY8" fmla="*/ 67766 h 1425902"/>
              <a:gd name="csX0" fmla="*/ 0 w 697704"/>
              <a:gd name="csY0" fmla="*/ 55112 h 1413248"/>
              <a:gd name="csX1" fmla="*/ 124019 w 697704"/>
              <a:gd name="csY1" fmla="*/ 31617 h 1413248"/>
              <a:gd name="csX2" fmla="*/ 640895 w 697704"/>
              <a:gd name="csY2" fmla="*/ 590 h 1413248"/>
              <a:gd name="csX3" fmla="*/ 697704 w 697704"/>
              <a:gd name="csY3" fmla="*/ 43640 h 1413248"/>
              <a:gd name="csX4" fmla="*/ 690793 w 697704"/>
              <a:gd name="csY4" fmla="*/ 1350831 h 1413248"/>
              <a:gd name="csX5" fmla="*/ 608041 w 697704"/>
              <a:gd name="csY5" fmla="*/ 1393428 h 1413248"/>
              <a:gd name="csX6" fmla="*/ 179470 w 697704"/>
              <a:gd name="csY6" fmla="*/ 1413248 h 1413248"/>
              <a:gd name="csX7" fmla="*/ 132378 w 697704"/>
              <a:gd name="csY7" fmla="*/ 1326966 h 1413248"/>
              <a:gd name="csX8" fmla="*/ 0 w 697704"/>
              <a:gd name="csY8" fmla="*/ 55112 h 1413248"/>
              <a:gd name="csX0" fmla="*/ 0 w 697704"/>
              <a:gd name="csY0" fmla="*/ 31296 h 1389432"/>
              <a:gd name="csX1" fmla="*/ 124019 w 697704"/>
              <a:gd name="csY1" fmla="*/ 7801 h 1389432"/>
              <a:gd name="csX2" fmla="*/ 562017 w 697704"/>
              <a:gd name="csY2" fmla="*/ 68931 h 1389432"/>
              <a:gd name="csX3" fmla="*/ 697704 w 697704"/>
              <a:gd name="csY3" fmla="*/ 19824 h 1389432"/>
              <a:gd name="csX4" fmla="*/ 690793 w 697704"/>
              <a:gd name="csY4" fmla="*/ 1327015 h 1389432"/>
              <a:gd name="csX5" fmla="*/ 608041 w 697704"/>
              <a:gd name="csY5" fmla="*/ 1369612 h 1389432"/>
              <a:gd name="csX6" fmla="*/ 179470 w 697704"/>
              <a:gd name="csY6" fmla="*/ 1389432 h 1389432"/>
              <a:gd name="csX7" fmla="*/ 132378 w 697704"/>
              <a:gd name="csY7" fmla="*/ 1303150 h 1389432"/>
              <a:gd name="csX8" fmla="*/ 0 w 697704"/>
              <a:gd name="csY8" fmla="*/ 31296 h 1389432"/>
              <a:gd name="csX0" fmla="*/ 0 w 690885"/>
              <a:gd name="csY0" fmla="*/ 31296 h 1389432"/>
              <a:gd name="csX1" fmla="*/ 124019 w 690885"/>
              <a:gd name="csY1" fmla="*/ 7801 h 1389432"/>
              <a:gd name="csX2" fmla="*/ 562017 w 690885"/>
              <a:gd name="csY2" fmla="*/ 68931 h 1389432"/>
              <a:gd name="csX3" fmla="*/ 653660 w 690885"/>
              <a:gd name="csY3" fmla="*/ 225806 h 1389432"/>
              <a:gd name="csX4" fmla="*/ 690793 w 690885"/>
              <a:gd name="csY4" fmla="*/ 1327015 h 1389432"/>
              <a:gd name="csX5" fmla="*/ 608041 w 690885"/>
              <a:gd name="csY5" fmla="*/ 1369612 h 1389432"/>
              <a:gd name="csX6" fmla="*/ 179470 w 690885"/>
              <a:gd name="csY6" fmla="*/ 1389432 h 1389432"/>
              <a:gd name="csX7" fmla="*/ 132378 w 690885"/>
              <a:gd name="csY7" fmla="*/ 1303150 h 1389432"/>
              <a:gd name="csX8" fmla="*/ 0 w 690885"/>
              <a:gd name="csY8" fmla="*/ 31296 h 1389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90885" h="1389432">
                <a:moveTo>
                  <a:pt x="0" y="31296"/>
                </a:moveTo>
                <a:cubicBezTo>
                  <a:pt x="0" y="-20715"/>
                  <a:pt x="72008" y="7801"/>
                  <a:pt x="124019" y="7801"/>
                </a:cubicBezTo>
                <a:lnTo>
                  <a:pt x="562017" y="68931"/>
                </a:lnTo>
                <a:cubicBezTo>
                  <a:pt x="614028" y="68931"/>
                  <a:pt x="653660" y="173795"/>
                  <a:pt x="653660" y="225806"/>
                </a:cubicBezTo>
                <a:cubicBezTo>
                  <a:pt x="651356" y="661536"/>
                  <a:pt x="693097" y="891285"/>
                  <a:pt x="690793" y="1327015"/>
                </a:cubicBezTo>
                <a:cubicBezTo>
                  <a:pt x="690793" y="1379026"/>
                  <a:pt x="660052" y="1369612"/>
                  <a:pt x="608041" y="1369612"/>
                </a:cubicBezTo>
                <a:lnTo>
                  <a:pt x="179470" y="1389432"/>
                </a:lnTo>
                <a:cubicBezTo>
                  <a:pt x="127459" y="1389432"/>
                  <a:pt x="132378" y="1355161"/>
                  <a:pt x="132378" y="1303150"/>
                </a:cubicBezTo>
                <a:cubicBezTo>
                  <a:pt x="132378" y="897094"/>
                  <a:pt x="0" y="437352"/>
                  <a:pt x="0" y="31296"/>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5" name="Rectangle : coins arrondis 15">
            <a:extLst>
              <a:ext uri="{FF2B5EF4-FFF2-40B4-BE49-F238E27FC236}">
                <a16:creationId xmlns:a16="http://schemas.microsoft.com/office/drawing/2014/main" id="{F4AD52E1-C47E-131A-9FA4-9BA7EFD2B618}"/>
              </a:ext>
            </a:extLst>
          </p:cNvPr>
          <p:cNvSpPr/>
          <p:nvPr/>
        </p:nvSpPr>
        <p:spPr>
          <a:xfrm rot="19109273">
            <a:off x="290535" y="5327569"/>
            <a:ext cx="450703" cy="1334802"/>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450" h="1425902">
                <a:moveTo>
                  <a:pt x="13254" y="61531"/>
                </a:moveTo>
                <a:cubicBezTo>
                  <a:pt x="13254" y="9520"/>
                  <a:pt x="32216" y="0"/>
                  <a:pt x="84227" y="0"/>
                </a:cubicBezTo>
                <a:lnTo>
                  <a:pt x="508641" y="13244"/>
                </a:lnTo>
                <a:cubicBezTo>
                  <a:pt x="560652" y="13244"/>
                  <a:pt x="565450" y="4283"/>
                  <a:pt x="565450" y="56294"/>
                </a:cubicBezTo>
                <a:cubicBezTo>
                  <a:pt x="563146" y="492024"/>
                  <a:pt x="560843" y="927755"/>
                  <a:pt x="558539" y="1363485"/>
                </a:cubicBezTo>
                <a:cubicBezTo>
                  <a:pt x="558539" y="1415496"/>
                  <a:pt x="527798" y="1406082"/>
                  <a:pt x="475787" y="1406082"/>
                </a:cubicBezTo>
                <a:lnTo>
                  <a:pt x="47216" y="1425902"/>
                </a:lnTo>
                <a:cubicBezTo>
                  <a:pt x="-4795" y="1425902"/>
                  <a:pt x="124" y="1391631"/>
                  <a:pt x="124" y="1339620"/>
                </a:cubicBezTo>
                <a:cubicBezTo>
                  <a:pt x="124" y="933564"/>
                  <a:pt x="13254" y="467587"/>
                  <a:pt x="13254" y="61531"/>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2" name="Titre 1">
            <a:extLst>
              <a:ext uri="{FF2B5EF4-FFF2-40B4-BE49-F238E27FC236}">
                <a16:creationId xmlns:a16="http://schemas.microsoft.com/office/drawing/2014/main" id="{E8FFD046-059B-4662-31FF-4D085D81AAB9}"/>
              </a:ext>
            </a:extLst>
          </p:cNvPr>
          <p:cNvSpPr txBox="1">
            <a:spLocks/>
          </p:cNvSpPr>
          <p:nvPr/>
        </p:nvSpPr>
        <p:spPr>
          <a:xfrm rot="21425510">
            <a:off x="200217" y="-6693"/>
            <a:ext cx="4890297" cy="1647032"/>
          </a:xfrm>
          <a:prstGeom prst="rect">
            <a:avLst/>
          </a:prstGeom>
          <a:effectLst>
            <a:outerShdw blurRad="50800" dist="38100" dir="2700000" algn="tl" rotWithShape="0">
              <a:prstClr val="black">
                <a:alpha val="40000"/>
              </a:prstClr>
            </a:outerShdw>
          </a:effectLst>
          <a:scene3d>
            <a:camera prst="orthographicFront"/>
            <a:lightRig rig="threePt" dir="t"/>
          </a:scene3d>
          <a:sp3d>
            <a:bevelT/>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noProof="0" dirty="0">
                <a:solidFill>
                  <a:schemeClr val="bg1"/>
                </a:solidFill>
                <a:highlight>
                  <a:srgbClr val="000000"/>
                </a:highlight>
              </a:rPr>
              <a:t>GUARDIAN .2 </a:t>
            </a:r>
          </a:p>
        </p:txBody>
      </p:sp>
    </p:spTree>
    <p:extLst>
      <p:ext uri="{BB962C8B-B14F-4D97-AF65-F5344CB8AC3E}">
        <p14:creationId xmlns:p14="http://schemas.microsoft.com/office/powerpoint/2010/main" val="2293193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D601D21-F124-B937-5389-CD96480A84CA}"/>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26354"/>
          </a:xfrm>
          <a:prstGeom prst="rect">
            <a:avLst/>
          </a:prstGeom>
        </p:spPr>
      </p:pic>
      <p:sp>
        <p:nvSpPr>
          <p:cNvPr id="5" name="Rectangle : coins arrondis 15">
            <a:extLst>
              <a:ext uri="{FF2B5EF4-FFF2-40B4-BE49-F238E27FC236}">
                <a16:creationId xmlns:a16="http://schemas.microsoft.com/office/drawing/2014/main" id="{15499159-5D6F-2680-D7A3-8EEAE96FED24}"/>
              </a:ext>
            </a:extLst>
          </p:cNvPr>
          <p:cNvSpPr/>
          <p:nvPr/>
        </p:nvSpPr>
        <p:spPr>
          <a:xfrm rot="5400000">
            <a:off x="2537571" y="3748735"/>
            <a:ext cx="750847" cy="5169336"/>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4670 w 565450"/>
              <a:gd name="csY0" fmla="*/ 13760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4670 w 565450"/>
              <a:gd name="csY8" fmla="*/ 137601 h 1425902"/>
              <a:gd name="csX0" fmla="*/ 4670 w 565450"/>
              <a:gd name="csY0" fmla="*/ 124946 h 1413247"/>
              <a:gd name="csX1" fmla="*/ 170071 w 565450"/>
              <a:gd name="csY1" fmla="*/ 49991 h 1413247"/>
              <a:gd name="csX2" fmla="*/ 508641 w 565450"/>
              <a:gd name="csY2" fmla="*/ 589 h 1413247"/>
              <a:gd name="csX3" fmla="*/ 565450 w 565450"/>
              <a:gd name="csY3" fmla="*/ 43639 h 1413247"/>
              <a:gd name="csX4" fmla="*/ 558539 w 565450"/>
              <a:gd name="csY4" fmla="*/ 1350830 h 1413247"/>
              <a:gd name="csX5" fmla="*/ 475787 w 565450"/>
              <a:gd name="csY5" fmla="*/ 1393427 h 1413247"/>
              <a:gd name="csX6" fmla="*/ 47216 w 565450"/>
              <a:gd name="csY6" fmla="*/ 1413247 h 1413247"/>
              <a:gd name="csX7" fmla="*/ 124 w 565450"/>
              <a:gd name="csY7" fmla="*/ 1326965 h 1413247"/>
              <a:gd name="csX8" fmla="*/ 4670 w 565450"/>
              <a:gd name="csY8" fmla="*/ 124946 h 1413247"/>
              <a:gd name="csX0" fmla="*/ 4670 w 559055"/>
              <a:gd name="csY0" fmla="*/ 124357 h 1412658"/>
              <a:gd name="csX1" fmla="*/ 170071 w 559055"/>
              <a:gd name="csY1" fmla="*/ 49402 h 1412658"/>
              <a:gd name="csX2" fmla="*/ 508641 w 559055"/>
              <a:gd name="csY2" fmla="*/ 0 h 1412658"/>
              <a:gd name="csX3" fmla="*/ 556865 w 559055"/>
              <a:gd name="csY3" fmla="*/ 101220 h 1412658"/>
              <a:gd name="csX4" fmla="*/ 558539 w 559055"/>
              <a:gd name="csY4" fmla="*/ 1350241 h 1412658"/>
              <a:gd name="csX5" fmla="*/ 475787 w 559055"/>
              <a:gd name="csY5" fmla="*/ 1392838 h 1412658"/>
              <a:gd name="csX6" fmla="*/ 47216 w 559055"/>
              <a:gd name="csY6" fmla="*/ 1412658 h 1412658"/>
              <a:gd name="csX7" fmla="*/ 124 w 559055"/>
              <a:gd name="csY7" fmla="*/ 1326376 h 1412658"/>
              <a:gd name="csX8" fmla="*/ 4670 w 559055"/>
              <a:gd name="csY8" fmla="*/ 124357 h 1412658"/>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475787 w 559055"/>
              <a:gd name="csY5" fmla="*/ 1379414 h 1399234"/>
              <a:gd name="csX6" fmla="*/ 47216 w 559055"/>
              <a:gd name="csY6" fmla="*/ 1399234 h 1399234"/>
              <a:gd name="csX7" fmla="*/ 124 w 559055"/>
              <a:gd name="csY7" fmla="*/ 1312952 h 1399234"/>
              <a:gd name="csX8" fmla="*/ 4670 w 559055"/>
              <a:gd name="csY8" fmla="*/ 110933 h 1399234"/>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389943 w 559055"/>
              <a:gd name="csY5" fmla="*/ 1365991 h 1399234"/>
              <a:gd name="csX6" fmla="*/ 47216 w 559055"/>
              <a:gd name="csY6" fmla="*/ 1399234 h 1399234"/>
              <a:gd name="csX7" fmla="*/ 124 w 559055"/>
              <a:gd name="csY7" fmla="*/ 1312952 h 1399234"/>
              <a:gd name="csX8" fmla="*/ 4670 w 559055"/>
              <a:gd name="csY8" fmla="*/ 110933 h 1399234"/>
              <a:gd name="csX0" fmla="*/ 4670 w 559055"/>
              <a:gd name="csY0" fmla="*/ 74955 h 1363256"/>
              <a:gd name="csX1" fmla="*/ 170071 w 559055"/>
              <a:gd name="csY1" fmla="*/ 0 h 1363256"/>
              <a:gd name="csX2" fmla="*/ 388458 w 559055"/>
              <a:gd name="csY2" fmla="*/ 6184 h 1363256"/>
              <a:gd name="csX3" fmla="*/ 556865 w 559055"/>
              <a:gd name="csY3" fmla="*/ 51818 h 1363256"/>
              <a:gd name="csX4" fmla="*/ 558539 w 559055"/>
              <a:gd name="csY4" fmla="*/ 1300839 h 1363256"/>
              <a:gd name="csX5" fmla="*/ 389943 w 559055"/>
              <a:gd name="csY5" fmla="*/ 1330013 h 1363256"/>
              <a:gd name="csX6" fmla="*/ 47216 w 559055"/>
              <a:gd name="csY6" fmla="*/ 1363256 h 1363256"/>
              <a:gd name="csX7" fmla="*/ 124 w 559055"/>
              <a:gd name="csY7" fmla="*/ 1276974 h 1363256"/>
              <a:gd name="csX8" fmla="*/ 4670 w 559055"/>
              <a:gd name="csY8" fmla="*/ 74955 h 1363256"/>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32401 h 1365644"/>
              <a:gd name="csX6" fmla="*/ 47216 w 559055"/>
              <a:gd name="csY6" fmla="*/ 1365644 h 1365644"/>
              <a:gd name="csX7" fmla="*/ 124 w 559055"/>
              <a:gd name="csY7" fmla="*/ 1279362 h 1365644"/>
              <a:gd name="csX8" fmla="*/ 4670 w 559055"/>
              <a:gd name="csY8" fmla="*/ 38193 h 1365644"/>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50471 h 1365644"/>
              <a:gd name="csX6" fmla="*/ 47216 w 559055"/>
              <a:gd name="csY6" fmla="*/ 1365644 h 1365644"/>
              <a:gd name="csX7" fmla="*/ 124 w 559055"/>
              <a:gd name="csY7" fmla="*/ 1279362 h 1365644"/>
              <a:gd name="csX8" fmla="*/ 4670 w 559055"/>
              <a:gd name="csY8" fmla="*/ 38193 h 1365644"/>
              <a:gd name="csX0" fmla="*/ 4670 w 559055"/>
              <a:gd name="csY0" fmla="*/ 38193 h 1350585"/>
              <a:gd name="csX1" fmla="*/ 170071 w 559055"/>
              <a:gd name="csY1" fmla="*/ 2388 h 1350585"/>
              <a:gd name="csX2" fmla="*/ 388458 w 559055"/>
              <a:gd name="csY2" fmla="*/ 8572 h 1350585"/>
              <a:gd name="csX3" fmla="*/ 556865 w 559055"/>
              <a:gd name="csY3" fmla="*/ 54206 h 1350585"/>
              <a:gd name="csX4" fmla="*/ 558539 w 559055"/>
              <a:gd name="csY4" fmla="*/ 1303227 h 1350585"/>
              <a:gd name="csX5" fmla="*/ 389943 w 559055"/>
              <a:gd name="csY5" fmla="*/ 1350471 h 1350585"/>
              <a:gd name="csX6" fmla="*/ 47216 w 559055"/>
              <a:gd name="csY6" fmla="*/ 1344564 h 1350585"/>
              <a:gd name="csX7" fmla="*/ 124 w 559055"/>
              <a:gd name="csY7" fmla="*/ 1279362 h 1350585"/>
              <a:gd name="csX8" fmla="*/ 4670 w 559055"/>
              <a:gd name="csY8" fmla="*/ 38193 h 1350585"/>
              <a:gd name="csX0" fmla="*/ 4670 w 556865"/>
              <a:gd name="csY0" fmla="*/ 38193 h 1350585"/>
              <a:gd name="csX1" fmla="*/ 170071 w 556865"/>
              <a:gd name="csY1" fmla="*/ 2388 h 1350585"/>
              <a:gd name="csX2" fmla="*/ 388458 w 556865"/>
              <a:gd name="csY2" fmla="*/ 8572 h 1350585"/>
              <a:gd name="csX3" fmla="*/ 556865 w 556865"/>
              <a:gd name="csY3" fmla="*/ 54206 h 1350585"/>
              <a:gd name="csX4" fmla="*/ 507033 w 556865"/>
              <a:gd name="csY4" fmla="*/ 1303228 h 1350585"/>
              <a:gd name="csX5" fmla="*/ 389943 w 556865"/>
              <a:gd name="csY5" fmla="*/ 1350471 h 1350585"/>
              <a:gd name="csX6" fmla="*/ 47216 w 556865"/>
              <a:gd name="csY6" fmla="*/ 1344564 h 1350585"/>
              <a:gd name="csX7" fmla="*/ 124 w 556865"/>
              <a:gd name="csY7" fmla="*/ 1279362 h 1350585"/>
              <a:gd name="csX8" fmla="*/ 4670 w 556865"/>
              <a:gd name="csY8" fmla="*/ 38193 h 1350585"/>
              <a:gd name="csX0" fmla="*/ 4546 w 556741"/>
              <a:gd name="csY0" fmla="*/ 38193 h 1350585"/>
              <a:gd name="csX1" fmla="*/ 169947 w 556741"/>
              <a:gd name="csY1" fmla="*/ 2388 h 1350585"/>
              <a:gd name="csX2" fmla="*/ 388334 w 556741"/>
              <a:gd name="csY2" fmla="*/ 8572 h 1350585"/>
              <a:gd name="csX3" fmla="*/ 556741 w 556741"/>
              <a:gd name="csY3" fmla="*/ 54206 h 1350585"/>
              <a:gd name="csX4" fmla="*/ 506909 w 556741"/>
              <a:gd name="csY4" fmla="*/ 1303228 h 1350585"/>
              <a:gd name="csX5" fmla="*/ 389819 w 556741"/>
              <a:gd name="csY5" fmla="*/ 1350471 h 1350585"/>
              <a:gd name="csX6" fmla="*/ 124351 w 556741"/>
              <a:gd name="csY6" fmla="*/ 1344564 h 1350585"/>
              <a:gd name="csX7" fmla="*/ 0 w 556741"/>
              <a:gd name="csY7" fmla="*/ 1279362 h 1350585"/>
              <a:gd name="csX8" fmla="*/ 4546 w 556741"/>
              <a:gd name="csY8" fmla="*/ 38193 h 1350585"/>
              <a:gd name="csX0" fmla="*/ 0 w 552195"/>
              <a:gd name="csY0" fmla="*/ 38193 h 1350585"/>
              <a:gd name="csX1" fmla="*/ 165401 w 552195"/>
              <a:gd name="csY1" fmla="*/ 2388 h 1350585"/>
              <a:gd name="csX2" fmla="*/ 383788 w 552195"/>
              <a:gd name="csY2" fmla="*/ 8572 h 1350585"/>
              <a:gd name="csX3" fmla="*/ 552195 w 552195"/>
              <a:gd name="csY3" fmla="*/ 54206 h 1350585"/>
              <a:gd name="csX4" fmla="*/ 502363 w 552195"/>
              <a:gd name="csY4" fmla="*/ 1303228 h 1350585"/>
              <a:gd name="csX5" fmla="*/ 385273 w 552195"/>
              <a:gd name="csY5" fmla="*/ 1350471 h 1350585"/>
              <a:gd name="csX6" fmla="*/ 119805 w 552195"/>
              <a:gd name="csY6" fmla="*/ 1344564 h 1350585"/>
              <a:gd name="csX7" fmla="*/ 4040 w 552195"/>
              <a:gd name="csY7" fmla="*/ 1300443 h 1350585"/>
              <a:gd name="csX8" fmla="*/ 0 w 552195"/>
              <a:gd name="csY8" fmla="*/ 38193 h 1350585"/>
              <a:gd name="csX0" fmla="*/ 0 w 596871"/>
              <a:gd name="csY0" fmla="*/ 38193 h 1352130"/>
              <a:gd name="csX1" fmla="*/ 165401 w 596871"/>
              <a:gd name="csY1" fmla="*/ 2388 h 1352130"/>
              <a:gd name="csX2" fmla="*/ 383788 w 596871"/>
              <a:gd name="csY2" fmla="*/ 8572 h 1352130"/>
              <a:gd name="csX3" fmla="*/ 552195 w 596871"/>
              <a:gd name="csY3" fmla="*/ 54206 h 1352130"/>
              <a:gd name="csX4" fmla="*/ 596793 w 596871"/>
              <a:gd name="csY4" fmla="*/ 1312263 h 1352130"/>
              <a:gd name="csX5" fmla="*/ 385273 w 596871"/>
              <a:gd name="csY5" fmla="*/ 1350471 h 1352130"/>
              <a:gd name="csX6" fmla="*/ 119805 w 596871"/>
              <a:gd name="csY6" fmla="*/ 1344564 h 1352130"/>
              <a:gd name="csX7" fmla="*/ 4040 w 596871"/>
              <a:gd name="csY7" fmla="*/ 1300443 h 1352130"/>
              <a:gd name="csX8" fmla="*/ 0 w 596871"/>
              <a:gd name="csY8" fmla="*/ 38193 h 1352130"/>
              <a:gd name="csX0" fmla="*/ 0 w 596871"/>
              <a:gd name="csY0" fmla="*/ 38193 h 1344991"/>
              <a:gd name="csX1" fmla="*/ 165401 w 596871"/>
              <a:gd name="csY1" fmla="*/ 2388 h 1344991"/>
              <a:gd name="csX2" fmla="*/ 383788 w 596871"/>
              <a:gd name="csY2" fmla="*/ 8572 h 1344991"/>
              <a:gd name="csX3" fmla="*/ 552195 w 596871"/>
              <a:gd name="csY3" fmla="*/ 54206 h 1344991"/>
              <a:gd name="csX4" fmla="*/ 596793 w 596871"/>
              <a:gd name="csY4" fmla="*/ 1312263 h 1344991"/>
              <a:gd name="csX5" fmla="*/ 402443 w 596871"/>
              <a:gd name="csY5" fmla="*/ 1335413 h 1344991"/>
              <a:gd name="csX6" fmla="*/ 119805 w 596871"/>
              <a:gd name="csY6" fmla="*/ 1344564 h 1344991"/>
              <a:gd name="csX7" fmla="*/ 4040 w 596871"/>
              <a:gd name="csY7" fmla="*/ 1300443 h 1344991"/>
              <a:gd name="csX8" fmla="*/ 0 w 596871"/>
              <a:gd name="csY8" fmla="*/ 38193 h 1344991"/>
              <a:gd name="csX0" fmla="*/ 0 w 596871"/>
              <a:gd name="csY0" fmla="*/ 38193 h 1344991"/>
              <a:gd name="csX1" fmla="*/ 165401 w 596871"/>
              <a:gd name="csY1" fmla="*/ 2388 h 1344991"/>
              <a:gd name="csX2" fmla="*/ 383790 w 596871"/>
              <a:gd name="csY2" fmla="*/ 17607 h 1344991"/>
              <a:gd name="csX3" fmla="*/ 552195 w 596871"/>
              <a:gd name="csY3" fmla="*/ 54206 h 1344991"/>
              <a:gd name="csX4" fmla="*/ 596793 w 596871"/>
              <a:gd name="csY4" fmla="*/ 1312263 h 1344991"/>
              <a:gd name="csX5" fmla="*/ 402443 w 596871"/>
              <a:gd name="csY5" fmla="*/ 1335413 h 1344991"/>
              <a:gd name="csX6" fmla="*/ 119805 w 596871"/>
              <a:gd name="csY6" fmla="*/ 1344564 h 1344991"/>
              <a:gd name="csX7" fmla="*/ 4040 w 596871"/>
              <a:gd name="csY7" fmla="*/ 1300443 h 1344991"/>
              <a:gd name="csX8" fmla="*/ 0 w 596871"/>
              <a:gd name="csY8" fmla="*/ 38193 h 1344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6871" h="1344991">
                <a:moveTo>
                  <a:pt x="0" y="38193"/>
                </a:moveTo>
                <a:cubicBezTo>
                  <a:pt x="0" y="-13818"/>
                  <a:pt x="113390" y="2388"/>
                  <a:pt x="165401" y="2388"/>
                </a:cubicBezTo>
                <a:lnTo>
                  <a:pt x="383790" y="17607"/>
                </a:lnTo>
                <a:cubicBezTo>
                  <a:pt x="435801" y="17607"/>
                  <a:pt x="552195" y="2195"/>
                  <a:pt x="552195" y="54206"/>
                </a:cubicBezTo>
                <a:cubicBezTo>
                  <a:pt x="549891" y="489936"/>
                  <a:pt x="599097" y="876533"/>
                  <a:pt x="596793" y="1312263"/>
                </a:cubicBezTo>
                <a:cubicBezTo>
                  <a:pt x="596793" y="1364274"/>
                  <a:pt x="454454" y="1335413"/>
                  <a:pt x="402443" y="1335413"/>
                </a:cubicBezTo>
                <a:lnTo>
                  <a:pt x="119805" y="1344564"/>
                </a:lnTo>
                <a:cubicBezTo>
                  <a:pt x="67794" y="1344564"/>
                  <a:pt x="4040" y="1352454"/>
                  <a:pt x="4040" y="1300443"/>
                </a:cubicBezTo>
                <a:cubicBezTo>
                  <a:pt x="4040" y="894387"/>
                  <a:pt x="0" y="444249"/>
                  <a:pt x="0" y="3819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6" name="Rectangle : coins arrondis 15">
            <a:extLst>
              <a:ext uri="{FF2B5EF4-FFF2-40B4-BE49-F238E27FC236}">
                <a16:creationId xmlns:a16="http://schemas.microsoft.com/office/drawing/2014/main" id="{C2AE8DE3-0BF8-2A7F-8F74-0850F3410C7B}"/>
              </a:ext>
            </a:extLst>
          </p:cNvPr>
          <p:cNvSpPr/>
          <p:nvPr/>
        </p:nvSpPr>
        <p:spPr>
          <a:xfrm rot="16200000">
            <a:off x="2653926" y="2816734"/>
            <a:ext cx="750844" cy="5190836"/>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4670 w 565450"/>
              <a:gd name="csY0" fmla="*/ 13760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4670 w 565450"/>
              <a:gd name="csY8" fmla="*/ 137601 h 1425902"/>
              <a:gd name="csX0" fmla="*/ 4670 w 565450"/>
              <a:gd name="csY0" fmla="*/ 124946 h 1413247"/>
              <a:gd name="csX1" fmla="*/ 170071 w 565450"/>
              <a:gd name="csY1" fmla="*/ 49991 h 1413247"/>
              <a:gd name="csX2" fmla="*/ 508641 w 565450"/>
              <a:gd name="csY2" fmla="*/ 589 h 1413247"/>
              <a:gd name="csX3" fmla="*/ 565450 w 565450"/>
              <a:gd name="csY3" fmla="*/ 43639 h 1413247"/>
              <a:gd name="csX4" fmla="*/ 558539 w 565450"/>
              <a:gd name="csY4" fmla="*/ 1350830 h 1413247"/>
              <a:gd name="csX5" fmla="*/ 475787 w 565450"/>
              <a:gd name="csY5" fmla="*/ 1393427 h 1413247"/>
              <a:gd name="csX6" fmla="*/ 47216 w 565450"/>
              <a:gd name="csY6" fmla="*/ 1413247 h 1413247"/>
              <a:gd name="csX7" fmla="*/ 124 w 565450"/>
              <a:gd name="csY7" fmla="*/ 1326965 h 1413247"/>
              <a:gd name="csX8" fmla="*/ 4670 w 565450"/>
              <a:gd name="csY8" fmla="*/ 124946 h 1413247"/>
              <a:gd name="csX0" fmla="*/ 4670 w 559055"/>
              <a:gd name="csY0" fmla="*/ 124357 h 1412658"/>
              <a:gd name="csX1" fmla="*/ 170071 w 559055"/>
              <a:gd name="csY1" fmla="*/ 49402 h 1412658"/>
              <a:gd name="csX2" fmla="*/ 508641 w 559055"/>
              <a:gd name="csY2" fmla="*/ 0 h 1412658"/>
              <a:gd name="csX3" fmla="*/ 556865 w 559055"/>
              <a:gd name="csY3" fmla="*/ 101220 h 1412658"/>
              <a:gd name="csX4" fmla="*/ 558539 w 559055"/>
              <a:gd name="csY4" fmla="*/ 1350241 h 1412658"/>
              <a:gd name="csX5" fmla="*/ 475787 w 559055"/>
              <a:gd name="csY5" fmla="*/ 1392838 h 1412658"/>
              <a:gd name="csX6" fmla="*/ 47216 w 559055"/>
              <a:gd name="csY6" fmla="*/ 1412658 h 1412658"/>
              <a:gd name="csX7" fmla="*/ 124 w 559055"/>
              <a:gd name="csY7" fmla="*/ 1326376 h 1412658"/>
              <a:gd name="csX8" fmla="*/ 4670 w 559055"/>
              <a:gd name="csY8" fmla="*/ 124357 h 1412658"/>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475787 w 559055"/>
              <a:gd name="csY5" fmla="*/ 1379414 h 1399234"/>
              <a:gd name="csX6" fmla="*/ 47216 w 559055"/>
              <a:gd name="csY6" fmla="*/ 1399234 h 1399234"/>
              <a:gd name="csX7" fmla="*/ 124 w 559055"/>
              <a:gd name="csY7" fmla="*/ 1312952 h 1399234"/>
              <a:gd name="csX8" fmla="*/ 4670 w 559055"/>
              <a:gd name="csY8" fmla="*/ 110933 h 1399234"/>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389943 w 559055"/>
              <a:gd name="csY5" fmla="*/ 1365991 h 1399234"/>
              <a:gd name="csX6" fmla="*/ 47216 w 559055"/>
              <a:gd name="csY6" fmla="*/ 1399234 h 1399234"/>
              <a:gd name="csX7" fmla="*/ 124 w 559055"/>
              <a:gd name="csY7" fmla="*/ 1312952 h 1399234"/>
              <a:gd name="csX8" fmla="*/ 4670 w 559055"/>
              <a:gd name="csY8" fmla="*/ 110933 h 1399234"/>
              <a:gd name="csX0" fmla="*/ 4670 w 559055"/>
              <a:gd name="csY0" fmla="*/ 74955 h 1363256"/>
              <a:gd name="csX1" fmla="*/ 170071 w 559055"/>
              <a:gd name="csY1" fmla="*/ 0 h 1363256"/>
              <a:gd name="csX2" fmla="*/ 388458 w 559055"/>
              <a:gd name="csY2" fmla="*/ 6184 h 1363256"/>
              <a:gd name="csX3" fmla="*/ 556865 w 559055"/>
              <a:gd name="csY3" fmla="*/ 51818 h 1363256"/>
              <a:gd name="csX4" fmla="*/ 558539 w 559055"/>
              <a:gd name="csY4" fmla="*/ 1300839 h 1363256"/>
              <a:gd name="csX5" fmla="*/ 389943 w 559055"/>
              <a:gd name="csY5" fmla="*/ 1330013 h 1363256"/>
              <a:gd name="csX6" fmla="*/ 47216 w 559055"/>
              <a:gd name="csY6" fmla="*/ 1363256 h 1363256"/>
              <a:gd name="csX7" fmla="*/ 124 w 559055"/>
              <a:gd name="csY7" fmla="*/ 1276974 h 1363256"/>
              <a:gd name="csX8" fmla="*/ 4670 w 559055"/>
              <a:gd name="csY8" fmla="*/ 74955 h 1363256"/>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32401 h 1365644"/>
              <a:gd name="csX6" fmla="*/ 47216 w 559055"/>
              <a:gd name="csY6" fmla="*/ 1365644 h 1365644"/>
              <a:gd name="csX7" fmla="*/ 124 w 559055"/>
              <a:gd name="csY7" fmla="*/ 1279362 h 1365644"/>
              <a:gd name="csX8" fmla="*/ 4670 w 559055"/>
              <a:gd name="csY8" fmla="*/ 38193 h 1365644"/>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50471 h 1365644"/>
              <a:gd name="csX6" fmla="*/ 47216 w 559055"/>
              <a:gd name="csY6" fmla="*/ 1365644 h 1365644"/>
              <a:gd name="csX7" fmla="*/ 124 w 559055"/>
              <a:gd name="csY7" fmla="*/ 1279362 h 1365644"/>
              <a:gd name="csX8" fmla="*/ 4670 w 559055"/>
              <a:gd name="csY8" fmla="*/ 38193 h 1365644"/>
              <a:gd name="csX0" fmla="*/ 4670 w 559055"/>
              <a:gd name="csY0" fmla="*/ 38193 h 1350585"/>
              <a:gd name="csX1" fmla="*/ 170071 w 559055"/>
              <a:gd name="csY1" fmla="*/ 2388 h 1350585"/>
              <a:gd name="csX2" fmla="*/ 388458 w 559055"/>
              <a:gd name="csY2" fmla="*/ 8572 h 1350585"/>
              <a:gd name="csX3" fmla="*/ 556865 w 559055"/>
              <a:gd name="csY3" fmla="*/ 54206 h 1350585"/>
              <a:gd name="csX4" fmla="*/ 558539 w 559055"/>
              <a:gd name="csY4" fmla="*/ 1303227 h 1350585"/>
              <a:gd name="csX5" fmla="*/ 389943 w 559055"/>
              <a:gd name="csY5" fmla="*/ 1350471 h 1350585"/>
              <a:gd name="csX6" fmla="*/ 47216 w 559055"/>
              <a:gd name="csY6" fmla="*/ 1344564 h 1350585"/>
              <a:gd name="csX7" fmla="*/ 124 w 559055"/>
              <a:gd name="csY7" fmla="*/ 1279362 h 1350585"/>
              <a:gd name="csX8" fmla="*/ 4670 w 559055"/>
              <a:gd name="csY8" fmla="*/ 38193 h 1350585"/>
              <a:gd name="csX0" fmla="*/ 4670 w 556865"/>
              <a:gd name="csY0" fmla="*/ 38193 h 1350585"/>
              <a:gd name="csX1" fmla="*/ 170071 w 556865"/>
              <a:gd name="csY1" fmla="*/ 2388 h 1350585"/>
              <a:gd name="csX2" fmla="*/ 388458 w 556865"/>
              <a:gd name="csY2" fmla="*/ 8572 h 1350585"/>
              <a:gd name="csX3" fmla="*/ 556865 w 556865"/>
              <a:gd name="csY3" fmla="*/ 54206 h 1350585"/>
              <a:gd name="csX4" fmla="*/ 507033 w 556865"/>
              <a:gd name="csY4" fmla="*/ 1303228 h 1350585"/>
              <a:gd name="csX5" fmla="*/ 389943 w 556865"/>
              <a:gd name="csY5" fmla="*/ 1350471 h 1350585"/>
              <a:gd name="csX6" fmla="*/ 47216 w 556865"/>
              <a:gd name="csY6" fmla="*/ 1344564 h 1350585"/>
              <a:gd name="csX7" fmla="*/ 124 w 556865"/>
              <a:gd name="csY7" fmla="*/ 1279362 h 1350585"/>
              <a:gd name="csX8" fmla="*/ 4670 w 556865"/>
              <a:gd name="csY8" fmla="*/ 38193 h 1350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6865" h="1350585">
                <a:moveTo>
                  <a:pt x="4670" y="38193"/>
                </a:moveTo>
                <a:cubicBezTo>
                  <a:pt x="4670" y="-13818"/>
                  <a:pt x="118060" y="2388"/>
                  <a:pt x="170071" y="2388"/>
                </a:cubicBezTo>
                <a:lnTo>
                  <a:pt x="388458" y="8572"/>
                </a:lnTo>
                <a:cubicBezTo>
                  <a:pt x="440469" y="8572"/>
                  <a:pt x="556865" y="2195"/>
                  <a:pt x="556865" y="54206"/>
                </a:cubicBezTo>
                <a:cubicBezTo>
                  <a:pt x="554561" y="489936"/>
                  <a:pt x="509337" y="867498"/>
                  <a:pt x="507033" y="1303228"/>
                </a:cubicBezTo>
                <a:cubicBezTo>
                  <a:pt x="507033" y="1355239"/>
                  <a:pt x="441954" y="1350471"/>
                  <a:pt x="389943" y="1350471"/>
                </a:cubicBezTo>
                <a:lnTo>
                  <a:pt x="47216" y="1344564"/>
                </a:lnTo>
                <a:cubicBezTo>
                  <a:pt x="-4795" y="1344564"/>
                  <a:pt x="124" y="1331373"/>
                  <a:pt x="124" y="1279362"/>
                </a:cubicBezTo>
                <a:cubicBezTo>
                  <a:pt x="124" y="873306"/>
                  <a:pt x="4670" y="444249"/>
                  <a:pt x="4670" y="3819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7" name="Rectangle : coins arrondis 15">
            <a:extLst>
              <a:ext uri="{FF2B5EF4-FFF2-40B4-BE49-F238E27FC236}">
                <a16:creationId xmlns:a16="http://schemas.microsoft.com/office/drawing/2014/main" id="{7CEC769A-96EC-C6F7-EFB3-7AC35CC58707}"/>
              </a:ext>
            </a:extLst>
          </p:cNvPr>
          <p:cNvSpPr/>
          <p:nvPr/>
        </p:nvSpPr>
        <p:spPr>
          <a:xfrm rot="16200000">
            <a:off x="1894370" y="2522991"/>
            <a:ext cx="753796" cy="3932870"/>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4670 w 565450"/>
              <a:gd name="csY0" fmla="*/ 13760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4670 w 565450"/>
              <a:gd name="csY8" fmla="*/ 137601 h 1425902"/>
              <a:gd name="csX0" fmla="*/ 4670 w 565450"/>
              <a:gd name="csY0" fmla="*/ 124946 h 1413247"/>
              <a:gd name="csX1" fmla="*/ 170071 w 565450"/>
              <a:gd name="csY1" fmla="*/ 49991 h 1413247"/>
              <a:gd name="csX2" fmla="*/ 508641 w 565450"/>
              <a:gd name="csY2" fmla="*/ 589 h 1413247"/>
              <a:gd name="csX3" fmla="*/ 565450 w 565450"/>
              <a:gd name="csY3" fmla="*/ 43639 h 1413247"/>
              <a:gd name="csX4" fmla="*/ 558539 w 565450"/>
              <a:gd name="csY4" fmla="*/ 1350830 h 1413247"/>
              <a:gd name="csX5" fmla="*/ 475787 w 565450"/>
              <a:gd name="csY5" fmla="*/ 1393427 h 1413247"/>
              <a:gd name="csX6" fmla="*/ 47216 w 565450"/>
              <a:gd name="csY6" fmla="*/ 1413247 h 1413247"/>
              <a:gd name="csX7" fmla="*/ 124 w 565450"/>
              <a:gd name="csY7" fmla="*/ 1326965 h 1413247"/>
              <a:gd name="csX8" fmla="*/ 4670 w 565450"/>
              <a:gd name="csY8" fmla="*/ 124946 h 1413247"/>
              <a:gd name="csX0" fmla="*/ 4670 w 559055"/>
              <a:gd name="csY0" fmla="*/ 124357 h 1412658"/>
              <a:gd name="csX1" fmla="*/ 170071 w 559055"/>
              <a:gd name="csY1" fmla="*/ 49402 h 1412658"/>
              <a:gd name="csX2" fmla="*/ 508641 w 559055"/>
              <a:gd name="csY2" fmla="*/ 0 h 1412658"/>
              <a:gd name="csX3" fmla="*/ 556865 w 559055"/>
              <a:gd name="csY3" fmla="*/ 101220 h 1412658"/>
              <a:gd name="csX4" fmla="*/ 558539 w 559055"/>
              <a:gd name="csY4" fmla="*/ 1350241 h 1412658"/>
              <a:gd name="csX5" fmla="*/ 475787 w 559055"/>
              <a:gd name="csY5" fmla="*/ 1392838 h 1412658"/>
              <a:gd name="csX6" fmla="*/ 47216 w 559055"/>
              <a:gd name="csY6" fmla="*/ 1412658 h 1412658"/>
              <a:gd name="csX7" fmla="*/ 124 w 559055"/>
              <a:gd name="csY7" fmla="*/ 1326376 h 1412658"/>
              <a:gd name="csX8" fmla="*/ 4670 w 559055"/>
              <a:gd name="csY8" fmla="*/ 124357 h 1412658"/>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475787 w 559055"/>
              <a:gd name="csY5" fmla="*/ 1379414 h 1399234"/>
              <a:gd name="csX6" fmla="*/ 47216 w 559055"/>
              <a:gd name="csY6" fmla="*/ 1399234 h 1399234"/>
              <a:gd name="csX7" fmla="*/ 124 w 559055"/>
              <a:gd name="csY7" fmla="*/ 1312952 h 1399234"/>
              <a:gd name="csX8" fmla="*/ 4670 w 559055"/>
              <a:gd name="csY8" fmla="*/ 110933 h 1399234"/>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389943 w 559055"/>
              <a:gd name="csY5" fmla="*/ 1365991 h 1399234"/>
              <a:gd name="csX6" fmla="*/ 47216 w 559055"/>
              <a:gd name="csY6" fmla="*/ 1399234 h 1399234"/>
              <a:gd name="csX7" fmla="*/ 124 w 559055"/>
              <a:gd name="csY7" fmla="*/ 1312952 h 1399234"/>
              <a:gd name="csX8" fmla="*/ 4670 w 559055"/>
              <a:gd name="csY8" fmla="*/ 110933 h 13992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9055" h="1399234">
                <a:moveTo>
                  <a:pt x="4670" y="110933"/>
                </a:moveTo>
                <a:cubicBezTo>
                  <a:pt x="4670" y="58922"/>
                  <a:pt x="118060" y="35978"/>
                  <a:pt x="170071" y="35978"/>
                </a:cubicBezTo>
                <a:lnTo>
                  <a:pt x="388459" y="0"/>
                </a:lnTo>
                <a:cubicBezTo>
                  <a:pt x="440470" y="0"/>
                  <a:pt x="556865" y="35785"/>
                  <a:pt x="556865" y="87796"/>
                </a:cubicBezTo>
                <a:cubicBezTo>
                  <a:pt x="554561" y="523526"/>
                  <a:pt x="560843" y="901087"/>
                  <a:pt x="558539" y="1336817"/>
                </a:cubicBezTo>
                <a:cubicBezTo>
                  <a:pt x="558539" y="1388828"/>
                  <a:pt x="441954" y="1365991"/>
                  <a:pt x="389943" y="1365991"/>
                </a:cubicBezTo>
                <a:lnTo>
                  <a:pt x="47216" y="1399234"/>
                </a:lnTo>
                <a:cubicBezTo>
                  <a:pt x="-4795" y="1399234"/>
                  <a:pt x="124" y="1364963"/>
                  <a:pt x="124" y="1312952"/>
                </a:cubicBezTo>
                <a:cubicBezTo>
                  <a:pt x="124" y="906896"/>
                  <a:pt x="4670" y="516989"/>
                  <a:pt x="4670" y="11093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 coins arrondis 15">
            <a:extLst>
              <a:ext uri="{FF2B5EF4-FFF2-40B4-BE49-F238E27FC236}">
                <a16:creationId xmlns:a16="http://schemas.microsoft.com/office/drawing/2014/main" id="{2AA10EE0-FBD0-D3CF-B530-2C1D82927AF5}"/>
              </a:ext>
            </a:extLst>
          </p:cNvPr>
          <p:cNvSpPr/>
          <p:nvPr/>
        </p:nvSpPr>
        <p:spPr>
          <a:xfrm rot="16200000">
            <a:off x="2687890" y="924703"/>
            <a:ext cx="635191" cy="5354316"/>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13254 w 565450"/>
              <a:gd name="csY0" fmla="*/ 61531 h 1446523"/>
              <a:gd name="csX1" fmla="*/ 84227 w 565450"/>
              <a:gd name="csY1" fmla="*/ 0 h 1446523"/>
              <a:gd name="csX2" fmla="*/ 508641 w 565450"/>
              <a:gd name="csY2" fmla="*/ 13244 h 1446523"/>
              <a:gd name="csX3" fmla="*/ 565450 w 565450"/>
              <a:gd name="csY3" fmla="*/ 56294 h 1446523"/>
              <a:gd name="csX4" fmla="*/ 558539 w 565450"/>
              <a:gd name="csY4" fmla="*/ 1363485 h 1446523"/>
              <a:gd name="csX5" fmla="*/ 492956 w 565450"/>
              <a:gd name="csY5" fmla="*/ 1446523 h 1446523"/>
              <a:gd name="csX6" fmla="*/ 47216 w 565450"/>
              <a:gd name="csY6" fmla="*/ 1425902 h 1446523"/>
              <a:gd name="csX7" fmla="*/ 124 w 565450"/>
              <a:gd name="csY7" fmla="*/ 1339620 h 1446523"/>
              <a:gd name="csX8" fmla="*/ 13254 w 565450"/>
              <a:gd name="csY8" fmla="*/ 61531 h 1446523"/>
              <a:gd name="csX0" fmla="*/ 13254 w 567640"/>
              <a:gd name="csY0" fmla="*/ 61531 h 1448211"/>
              <a:gd name="csX1" fmla="*/ 84227 w 567640"/>
              <a:gd name="csY1" fmla="*/ 0 h 1448211"/>
              <a:gd name="csX2" fmla="*/ 508641 w 567640"/>
              <a:gd name="csY2" fmla="*/ 13244 h 1448211"/>
              <a:gd name="csX3" fmla="*/ 565450 w 567640"/>
              <a:gd name="csY3" fmla="*/ 56294 h 1448211"/>
              <a:gd name="csX4" fmla="*/ 567124 w 567640"/>
              <a:gd name="csY4" fmla="*/ 1408419 h 1448211"/>
              <a:gd name="csX5" fmla="*/ 492956 w 567640"/>
              <a:gd name="csY5" fmla="*/ 1446523 h 1448211"/>
              <a:gd name="csX6" fmla="*/ 47216 w 567640"/>
              <a:gd name="csY6" fmla="*/ 1425902 h 1448211"/>
              <a:gd name="csX7" fmla="*/ 124 w 567640"/>
              <a:gd name="csY7" fmla="*/ 1339620 h 1448211"/>
              <a:gd name="csX8" fmla="*/ 13254 w 567640"/>
              <a:gd name="csY8" fmla="*/ 61531 h 1448211"/>
              <a:gd name="csX0" fmla="*/ 6123 w 560509"/>
              <a:gd name="csY0" fmla="*/ 61531 h 1448211"/>
              <a:gd name="csX1" fmla="*/ 77096 w 560509"/>
              <a:gd name="csY1" fmla="*/ 0 h 1448211"/>
              <a:gd name="csX2" fmla="*/ 501510 w 560509"/>
              <a:gd name="csY2" fmla="*/ 13244 h 1448211"/>
              <a:gd name="csX3" fmla="*/ 558319 w 560509"/>
              <a:gd name="csY3" fmla="*/ 56294 h 1448211"/>
              <a:gd name="csX4" fmla="*/ 559993 w 560509"/>
              <a:gd name="csY4" fmla="*/ 1408419 h 1448211"/>
              <a:gd name="csX5" fmla="*/ 485825 w 560509"/>
              <a:gd name="csY5" fmla="*/ 1446523 h 1448211"/>
              <a:gd name="csX6" fmla="*/ 40085 w 560509"/>
              <a:gd name="csY6" fmla="*/ 1425902 h 1448211"/>
              <a:gd name="csX7" fmla="*/ 1578 w 560509"/>
              <a:gd name="csY7" fmla="*/ 1346361 h 1448211"/>
              <a:gd name="csX8" fmla="*/ 6123 w 560509"/>
              <a:gd name="csY8" fmla="*/ 61531 h 1448211"/>
              <a:gd name="csX0" fmla="*/ 6123 w 560509"/>
              <a:gd name="csY0" fmla="*/ 48876 h 1435556"/>
              <a:gd name="csX1" fmla="*/ 51343 w 560509"/>
              <a:gd name="csY1" fmla="*/ 5319 h 1435556"/>
              <a:gd name="csX2" fmla="*/ 501510 w 560509"/>
              <a:gd name="csY2" fmla="*/ 589 h 1435556"/>
              <a:gd name="csX3" fmla="*/ 558319 w 560509"/>
              <a:gd name="csY3" fmla="*/ 43639 h 1435556"/>
              <a:gd name="csX4" fmla="*/ 559993 w 560509"/>
              <a:gd name="csY4" fmla="*/ 1395764 h 1435556"/>
              <a:gd name="csX5" fmla="*/ 485825 w 560509"/>
              <a:gd name="csY5" fmla="*/ 1433868 h 1435556"/>
              <a:gd name="csX6" fmla="*/ 40085 w 560509"/>
              <a:gd name="csY6" fmla="*/ 1413247 h 1435556"/>
              <a:gd name="csX7" fmla="*/ 1578 w 560509"/>
              <a:gd name="csY7" fmla="*/ 1333706 h 1435556"/>
              <a:gd name="csX8" fmla="*/ 6123 w 560509"/>
              <a:gd name="csY8" fmla="*/ 48876 h 1435556"/>
              <a:gd name="csX0" fmla="*/ 6123 w 562491"/>
              <a:gd name="csY0" fmla="*/ 52876 h 1439556"/>
              <a:gd name="csX1" fmla="*/ 51343 w 562491"/>
              <a:gd name="csY1" fmla="*/ 9319 h 1439556"/>
              <a:gd name="csX2" fmla="*/ 527263 w 562491"/>
              <a:gd name="csY2" fmla="*/ 95 h 1439556"/>
              <a:gd name="csX3" fmla="*/ 558319 w 562491"/>
              <a:gd name="csY3" fmla="*/ 47639 h 1439556"/>
              <a:gd name="csX4" fmla="*/ 559993 w 562491"/>
              <a:gd name="csY4" fmla="*/ 1399764 h 1439556"/>
              <a:gd name="csX5" fmla="*/ 485825 w 562491"/>
              <a:gd name="csY5" fmla="*/ 1437868 h 1439556"/>
              <a:gd name="csX6" fmla="*/ 40085 w 562491"/>
              <a:gd name="csY6" fmla="*/ 1417247 h 1439556"/>
              <a:gd name="csX7" fmla="*/ 1578 w 562491"/>
              <a:gd name="csY7" fmla="*/ 1337706 h 1439556"/>
              <a:gd name="csX8" fmla="*/ 6123 w 562491"/>
              <a:gd name="csY8" fmla="*/ 52876 h 1439556"/>
              <a:gd name="csX0" fmla="*/ 6123 w 560071"/>
              <a:gd name="csY0" fmla="*/ 52781 h 1439461"/>
              <a:gd name="csX1" fmla="*/ 51343 w 560071"/>
              <a:gd name="csY1" fmla="*/ 9224 h 1439461"/>
              <a:gd name="csX2" fmla="*/ 527263 w 560071"/>
              <a:gd name="csY2" fmla="*/ 0 h 1439461"/>
              <a:gd name="csX3" fmla="*/ 515700 w 560071"/>
              <a:gd name="csY3" fmla="*/ 85538 h 1439461"/>
              <a:gd name="csX4" fmla="*/ 559993 w 560071"/>
              <a:gd name="csY4" fmla="*/ 1399669 h 1439461"/>
              <a:gd name="csX5" fmla="*/ 485825 w 560071"/>
              <a:gd name="csY5" fmla="*/ 1437773 h 1439461"/>
              <a:gd name="csX6" fmla="*/ 40085 w 560071"/>
              <a:gd name="csY6" fmla="*/ 1417152 h 1439461"/>
              <a:gd name="csX7" fmla="*/ 1578 w 560071"/>
              <a:gd name="csY7" fmla="*/ 1337611 h 1439461"/>
              <a:gd name="csX8" fmla="*/ 6123 w 560071"/>
              <a:gd name="csY8" fmla="*/ 52781 h 1439461"/>
              <a:gd name="csX0" fmla="*/ 6123 w 560071"/>
              <a:gd name="csY0" fmla="*/ 46449 h 1433129"/>
              <a:gd name="csX1" fmla="*/ 51343 w 560071"/>
              <a:gd name="csY1" fmla="*/ 2892 h 1433129"/>
              <a:gd name="csX2" fmla="*/ 388753 w 560071"/>
              <a:gd name="csY2" fmla="*/ 0 h 1433129"/>
              <a:gd name="csX3" fmla="*/ 515700 w 560071"/>
              <a:gd name="csY3" fmla="*/ 79206 h 1433129"/>
              <a:gd name="csX4" fmla="*/ 559993 w 560071"/>
              <a:gd name="csY4" fmla="*/ 1393337 h 1433129"/>
              <a:gd name="csX5" fmla="*/ 485825 w 560071"/>
              <a:gd name="csY5" fmla="*/ 1431441 h 1433129"/>
              <a:gd name="csX6" fmla="*/ 40085 w 560071"/>
              <a:gd name="csY6" fmla="*/ 1410820 h 1433129"/>
              <a:gd name="csX7" fmla="*/ 1578 w 560071"/>
              <a:gd name="csY7" fmla="*/ 1331279 h 1433129"/>
              <a:gd name="csX8" fmla="*/ 6123 w 560071"/>
              <a:gd name="csY8" fmla="*/ 46449 h 1433129"/>
              <a:gd name="csX0" fmla="*/ 30751 w 584699"/>
              <a:gd name="csY0" fmla="*/ 46449 h 1464646"/>
              <a:gd name="csX1" fmla="*/ 75971 w 584699"/>
              <a:gd name="csY1" fmla="*/ 2892 h 1464646"/>
              <a:gd name="csX2" fmla="*/ 413381 w 584699"/>
              <a:gd name="csY2" fmla="*/ 0 h 1464646"/>
              <a:gd name="csX3" fmla="*/ 540328 w 584699"/>
              <a:gd name="csY3" fmla="*/ 79206 h 1464646"/>
              <a:gd name="csX4" fmla="*/ 584621 w 584699"/>
              <a:gd name="csY4" fmla="*/ 1393337 h 1464646"/>
              <a:gd name="csX5" fmla="*/ 510453 w 584699"/>
              <a:gd name="csY5" fmla="*/ 1431441 h 1464646"/>
              <a:gd name="csX6" fmla="*/ 22096 w 584699"/>
              <a:gd name="csY6" fmla="*/ 1464646 h 1464646"/>
              <a:gd name="csX7" fmla="*/ 26206 w 584699"/>
              <a:gd name="csY7" fmla="*/ 1331279 h 1464646"/>
              <a:gd name="csX8" fmla="*/ 30751 w 584699"/>
              <a:gd name="csY8" fmla="*/ 46449 h 1464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84699" h="1464646">
                <a:moveTo>
                  <a:pt x="30751" y="46449"/>
                </a:moveTo>
                <a:cubicBezTo>
                  <a:pt x="30751" y="-5562"/>
                  <a:pt x="23960" y="2892"/>
                  <a:pt x="75971" y="2892"/>
                </a:cubicBezTo>
                <a:lnTo>
                  <a:pt x="413381" y="0"/>
                </a:lnTo>
                <a:cubicBezTo>
                  <a:pt x="465392" y="0"/>
                  <a:pt x="540328" y="27195"/>
                  <a:pt x="540328" y="79206"/>
                </a:cubicBezTo>
                <a:cubicBezTo>
                  <a:pt x="538024" y="514936"/>
                  <a:pt x="586925" y="957607"/>
                  <a:pt x="584621" y="1393337"/>
                </a:cubicBezTo>
                <a:cubicBezTo>
                  <a:pt x="584621" y="1445348"/>
                  <a:pt x="562464" y="1431441"/>
                  <a:pt x="510453" y="1431441"/>
                </a:cubicBezTo>
                <a:lnTo>
                  <a:pt x="22096" y="1464646"/>
                </a:lnTo>
                <a:cubicBezTo>
                  <a:pt x="-29915" y="1464646"/>
                  <a:pt x="26206" y="1383290"/>
                  <a:pt x="26206" y="1331279"/>
                </a:cubicBezTo>
                <a:cubicBezTo>
                  <a:pt x="26206" y="925223"/>
                  <a:pt x="30751" y="452505"/>
                  <a:pt x="30751" y="46449"/>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9" name="Rectangle : coins arrondis 15">
            <a:extLst>
              <a:ext uri="{FF2B5EF4-FFF2-40B4-BE49-F238E27FC236}">
                <a16:creationId xmlns:a16="http://schemas.microsoft.com/office/drawing/2014/main" id="{4F85AA33-A2AF-73B1-F6F4-0DC2AA53CC8A}"/>
              </a:ext>
            </a:extLst>
          </p:cNvPr>
          <p:cNvSpPr/>
          <p:nvPr/>
        </p:nvSpPr>
        <p:spPr>
          <a:xfrm rot="16200000">
            <a:off x="3534675" y="-788622"/>
            <a:ext cx="762421" cy="7132929"/>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13254 w 565450"/>
              <a:gd name="csY0" fmla="*/ 61531 h 1446523"/>
              <a:gd name="csX1" fmla="*/ 84227 w 565450"/>
              <a:gd name="csY1" fmla="*/ 0 h 1446523"/>
              <a:gd name="csX2" fmla="*/ 508641 w 565450"/>
              <a:gd name="csY2" fmla="*/ 13244 h 1446523"/>
              <a:gd name="csX3" fmla="*/ 565450 w 565450"/>
              <a:gd name="csY3" fmla="*/ 56294 h 1446523"/>
              <a:gd name="csX4" fmla="*/ 558539 w 565450"/>
              <a:gd name="csY4" fmla="*/ 1363485 h 1446523"/>
              <a:gd name="csX5" fmla="*/ 492956 w 565450"/>
              <a:gd name="csY5" fmla="*/ 1446523 h 1446523"/>
              <a:gd name="csX6" fmla="*/ 47216 w 565450"/>
              <a:gd name="csY6" fmla="*/ 1425902 h 1446523"/>
              <a:gd name="csX7" fmla="*/ 124 w 565450"/>
              <a:gd name="csY7" fmla="*/ 1339620 h 1446523"/>
              <a:gd name="csX8" fmla="*/ 13254 w 565450"/>
              <a:gd name="csY8" fmla="*/ 61531 h 1446523"/>
              <a:gd name="csX0" fmla="*/ 13254 w 567640"/>
              <a:gd name="csY0" fmla="*/ 61531 h 1448211"/>
              <a:gd name="csX1" fmla="*/ 84227 w 567640"/>
              <a:gd name="csY1" fmla="*/ 0 h 1448211"/>
              <a:gd name="csX2" fmla="*/ 508641 w 567640"/>
              <a:gd name="csY2" fmla="*/ 13244 h 1448211"/>
              <a:gd name="csX3" fmla="*/ 565450 w 567640"/>
              <a:gd name="csY3" fmla="*/ 56294 h 1448211"/>
              <a:gd name="csX4" fmla="*/ 567124 w 567640"/>
              <a:gd name="csY4" fmla="*/ 1408419 h 1448211"/>
              <a:gd name="csX5" fmla="*/ 492956 w 567640"/>
              <a:gd name="csY5" fmla="*/ 1446523 h 1448211"/>
              <a:gd name="csX6" fmla="*/ 47216 w 567640"/>
              <a:gd name="csY6" fmla="*/ 1425902 h 1448211"/>
              <a:gd name="csX7" fmla="*/ 124 w 567640"/>
              <a:gd name="csY7" fmla="*/ 1339620 h 1448211"/>
              <a:gd name="csX8" fmla="*/ 13254 w 567640"/>
              <a:gd name="csY8" fmla="*/ 61531 h 1448211"/>
              <a:gd name="csX0" fmla="*/ 6123 w 560509"/>
              <a:gd name="csY0" fmla="*/ 61531 h 1448211"/>
              <a:gd name="csX1" fmla="*/ 77096 w 560509"/>
              <a:gd name="csY1" fmla="*/ 0 h 1448211"/>
              <a:gd name="csX2" fmla="*/ 501510 w 560509"/>
              <a:gd name="csY2" fmla="*/ 13244 h 1448211"/>
              <a:gd name="csX3" fmla="*/ 558319 w 560509"/>
              <a:gd name="csY3" fmla="*/ 56294 h 1448211"/>
              <a:gd name="csX4" fmla="*/ 559993 w 560509"/>
              <a:gd name="csY4" fmla="*/ 1408419 h 1448211"/>
              <a:gd name="csX5" fmla="*/ 485825 w 560509"/>
              <a:gd name="csY5" fmla="*/ 1446523 h 1448211"/>
              <a:gd name="csX6" fmla="*/ 40085 w 560509"/>
              <a:gd name="csY6" fmla="*/ 1425902 h 1448211"/>
              <a:gd name="csX7" fmla="*/ 1578 w 560509"/>
              <a:gd name="csY7" fmla="*/ 1346361 h 1448211"/>
              <a:gd name="csX8" fmla="*/ 6123 w 560509"/>
              <a:gd name="csY8" fmla="*/ 61531 h 1448211"/>
              <a:gd name="csX0" fmla="*/ 6123 w 560509"/>
              <a:gd name="csY0" fmla="*/ 48876 h 1435556"/>
              <a:gd name="csX1" fmla="*/ 51343 w 560509"/>
              <a:gd name="csY1" fmla="*/ 5319 h 1435556"/>
              <a:gd name="csX2" fmla="*/ 501510 w 560509"/>
              <a:gd name="csY2" fmla="*/ 589 h 1435556"/>
              <a:gd name="csX3" fmla="*/ 558319 w 560509"/>
              <a:gd name="csY3" fmla="*/ 43639 h 1435556"/>
              <a:gd name="csX4" fmla="*/ 559993 w 560509"/>
              <a:gd name="csY4" fmla="*/ 1395764 h 1435556"/>
              <a:gd name="csX5" fmla="*/ 485825 w 560509"/>
              <a:gd name="csY5" fmla="*/ 1433868 h 1435556"/>
              <a:gd name="csX6" fmla="*/ 40085 w 560509"/>
              <a:gd name="csY6" fmla="*/ 1413247 h 1435556"/>
              <a:gd name="csX7" fmla="*/ 1578 w 560509"/>
              <a:gd name="csY7" fmla="*/ 1333706 h 1435556"/>
              <a:gd name="csX8" fmla="*/ 6123 w 560509"/>
              <a:gd name="csY8" fmla="*/ 48876 h 1435556"/>
              <a:gd name="csX0" fmla="*/ 6123 w 562491"/>
              <a:gd name="csY0" fmla="*/ 52876 h 1439556"/>
              <a:gd name="csX1" fmla="*/ 51343 w 562491"/>
              <a:gd name="csY1" fmla="*/ 9319 h 1439556"/>
              <a:gd name="csX2" fmla="*/ 527263 w 562491"/>
              <a:gd name="csY2" fmla="*/ 95 h 1439556"/>
              <a:gd name="csX3" fmla="*/ 558319 w 562491"/>
              <a:gd name="csY3" fmla="*/ 47639 h 1439556"/>
              <a:gd name="csX4" fmla="*/ 559993 w 562491"/>
              <a:gd name="csY4" fmla="*/ 1399764 h 1439556"/>
              <a:gd name="csX5" fmla="*/ 485825 w 562491"/>
              <a:gd name="csY5" fmla="*/ 1437868 h 1439556"/>
              <a:gd name="csX6" fmla="*/ 40085 w 562491"/>
              <a:gd name="csY6" fmla="*/ 1417247 h 1439556"/>
              <a:gd name="csX7" fmla="*/ 1578 w 562491"/>
              <a:gd name="csY7" fmla="*/ 1337706 h 1439556"/>
              <a:gd name="csX8" fmla="*/ 6123 w 562491"/>
              <a:gd name="csY8" fmla="*/ 52876 h 1439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2491" h="1439556">
                <a:moveTo>
                  <a:pt x="6123" y="52876"/>
                </a:moveTo>
                <a:cubicBezTo>
                  <a:pt x="6123" y="865"/>
                  <a:pt x="-668" y="9319"/>
                  <a:pt x="51343" y="9319"/>
                </a:cubicBezTo>
                <a:lnTo>
                  <a:pt x="527263" y="95"/>
                </a:lnTo>
                <a:cubicBezTo>
                  <a:pt x="579274" y="95"/>
                  <a:pt x="558319" y="-4372"/>
                  <a:pt x="558319" y="47639"/>
                </a:cubicBezTo>
                <a:cubicBezTo>
                  <a:pt x="556015" y="483369"/>
                  <a:pt x="562297" y="964034"/>
                  <a:pt x="559993" y="1399764"/>
                </a:cubicBezTo>
                <a:cubicBezTo>
                  <a:pt x="559993" y="1451775"/>
                  <a:pt x="537836" y="1437868"/>
                  <a:pt x="485825" y="1437868"/>
                </a:cubicBezTo>
                <a:lnTo>
                  <a:pt x="40085" y="1417247"/>
                </a:lnTo>
                <a:cubicBezTo>
                  <a:pt x="-11926" y="1417247"/>
                  <a:pt x="1578" y="1389717"/>
                  <a:pt x="1578" y="1337706"/>
                </a:cubicBezTo>
                <a:cubicBezTo>
                  <a:pt x="1578" y="931650"/>
                  <a:pt x="6123" y="458932"/>
                  <a:pt x="6123" y="52876"/>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0" name="Rectangle : coins arrondis 15">
            <a:extLst>
              <a:ext uri="{FF2B5EF4-FFF2-40B4-BE49-F238E27FC236}">
                <a16:creationId xmlns:a16="http://schemas.microsoft.com/office/drawing/2014/main" id="{A0BD3304-033E-45CE-F4D1-382697C6373F}"/>
              </a:ext>
            </a:extLst>
          </p:cNvPr>
          <p:cNvSpPr/>
          <p:nvPr/>
        </p:nvSpPr>
        <p:spPr>
          <a:xfrm rot="16200000">
            <a:off x="3226642" y="-1474485"/>
            <a:ext cx="762419" cy="6606041"/>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450" h="1425902">
                <a:moveTo>
                  <a:pt x="13254" y="61531"/>
                </a:moveTo>
                <a:cubicBezTo>
                  <a:pt x="13254" y="9520"/>
                  <a:pt x="32216" y="0"/>
                  <a:pt x="84227" y="0"/>
                </a:cubicBezTo>
                <a:lnTo>
                  <a:pt x="508641" y="13244"/>
                </a:lnTo>
                <a:cubicBezTo>
                  <a:pt x="560652" y="13244"/>
                  <a:pt x="565450" y="4283"/>
                  <a:pt x="565450" y="56294"/>
                </a:cubicBezTo>
                <a:cubicBezTo>
                  <a:pt x="563146" y="492024"/>
                  <a:pt x="560843" y="927755"/>
                  <a:pt x="558539" y="1363485"/>
                </a:cubicBezTo>
                <a:cubicBezTo>
                  <a:pt x="558539" y="1415496"/>
                  <a:pt x="527798" y="1406082"/>
                  <a:pt x="475787" y="1406082"/>
                </a:cubicBezTo>
                <a:lnTo>
                  <a:pt x="47216" y="1425902"/>
                </a:lnTo>
                <a:cubicBezTo>
                  <a:pt x="-4795" y="1425902"/>
                  <a:pt x="124" y="1391631"/>
                  <a:pt x="124" y="1339620"/>
                </a:cubicBezTo>
                <a:cubicBezTo>
                  <a:pt x="124" y="933564"/>
                  <a:pt x="13254" y="467587"/>
                  <a:pt x="13254" y="61531"/>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1" name="Titre 1">
            <a:extLst>
              <a:ext uri="{FF2B5EF4-FFF2-40B4-BE49-F238E27FC236}">
                <a16:creationId xmlns:a16="http://schemas.microsoft.com/office/drawing/2014/main" id="{4F3EAB2D-5D35-C632-37FB-A2C67F37C8EB}"/>
              </a:ext>
            </a:extLst>
          </p:cNvPr>
          <p:cNvSpPr>
            <a:spLocks noGrp="1"/>
          </p:cNvSpPr>
          <p:nvPr>
            <p:ph type="title"/>
          </p:nvPr>
        </p:nvSpPr>
        <p:spPr>
          <a:xfrm rot="21385088">
            <a:off x="306948" y="232634"/>
            <a:ext cx="4428886" cy="1782724"/>
          </a:xfrm>
        </p:spPr>
        <p:txBody>
          <a:bodyPr>
            <a:normAutofit/>
          </a:bodyPr>
          <a:lstStyle/>
          <a:p>
            <a:r>
              <a:rPr lang="en-US" sz="4800" b="1" noProof="0" dirty="0">
                <a:solidFill>
                  <a:schemeClr val="bg1"/>
                </a:solidFill>
                <a:highlight>
                  <a:srgbClr val="000000"/>
                </a:highlight>
              </a:rPr>
              <a:t>Features:</a:t>
            </a:r>
          </a:p>
        </p:txBody>
      </p:sp>
      <p:sp>
        <p:nvSpPr>
          <p:cNvPr id="12" name="Rectangle 5">
            <a:extLst>
              <a:ext uri="{FF2B5EF4-FFF2-40B4-BE49-F238E27FC236}">
                <a16:creationId xmlns:a16="http://schemas.microsoft.com/office/drawing/2014/main" id="{7E0ACDCB-BAB0-DEE9-DCDC-A8D24476C5C1}"/>
              </a:ext>
            </a:extLst>
          </p:cNvPr>
          <p:cNvSpPr>
            <a:spLocks noGrp="1" noChangeArrowheads="1"/>
          </p:cNvSpPr>
          <p:nvPr>
            <p:ph idx="1"/>
          </p:nvPr>
        </p:nvSpPr>
        <p:spPr bwMode="auto">
          <a:xfrm>
            <a:off x="298985" y="1554343"/>
            <a:ext cx="9000281"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Real-time Wi-Fi video surveillance</a:t>
            </a:r>
          </a:p>
          <a:p>
            <a:pPr eaLnBrk="0" fontAlgn="base" hangingPunct="0">
              <a:lnSpc>
                <a:spcPct val="100000"/>
              </a:lnSpc>
              <a:spcBef>
                <a:spcPct val="0"/>
              </a:spcBef>
              <a:spcAft>
                <a:spcPct val="0"/>
              </a:spcAft>
              <a:buFont typeface="Courier New" panose="02070309020205020404" pitchFamily="49" charset="0"/>
              <a:buChar char="o"/>
            </a:pPr>
            <a:endPar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Remote directional navigation system</a:t>
            </a:r>
          </a:p>
          <a:p>
            <a:pPr eaLnBrk="0" fontAlgn="base" hangingPunct="0">
              <a:lnSpc>
                <a:spcPct val="100000"/>
              </a:lnSpc>
              <a:spcBef>
                <a:spcPct val="0"/>
              </a:spcBef>
              <a:spcAft>
                <a:spcPct val="0"/>
              </a:spcAft>
              <a:buFont typeface="Courier New" panose="02070309020205020404" pitchFamily="49" charset="0"/>
              <a:buChar char="o"/>
            </a:pPr>
            <a:endPar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Pan–tilt camera positioning</a:t>
            </a:r>
          </a:p>
          <a:p>
            <a:pPr eaLnBrk="0" fontAlgn="base" hangingPunct="0">
              <a:lnSpc>
                <a:spcPct val="100000"/>
              </a:lnSpc>
              <a:spcBef>
                <a:spcPct val="0"/>
              </a:spcBef>
              <a:spcAft>
                <a:spcPct val="0"/>
              </a:spcAft>
              <a:buFont typeface="Courier New" panose="02070309020205020404" pitchFamily="49" charset="0"/>
              <a:buChar char="o"/>
            </a:pPr>
            <a:endPar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Onboard flashlight</a:t>
            </a:r>
          </a:p>
          <a:p>
            <a:pPr eaLnBrk="0" fontAlgn="base" hangingPunct="0">
              <a:lnSpc>
                <a:spcPct val="100000"/>
              </a:lnSpc>
              <a:spcBef>
                <a:spcPct val="0"/>
              </a:spcBef>
              <a:spcAft>
                <a:spcPct val="0"/>
              </a:spcAft>
              <a:buFont typeface="Courier New" panose="02070309020205020404" pitchFamily="49" charset="0"/>
              <a:buChar char="o"/>
            </a:pPr>
            <a:endPar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Wireless audio transmission</a:t>
            </a:r>
          </a:p>
          <a:p>
            <a:pPr eaLnBrk="0" fontAlgn="base" hangingPunct="0">
              <a:lnSpc>
                <a:spcPct val="100000"/>
              </a:lnSpc>
              <a:spcBef>
                <a:spcPct val="0"/>
              </a:spcBef>
              <a:spcAft>
                <a:spcPct val="0"/>
              </a:spcAft>
              <a:buFont typeface="Courier New" panose="02070309020205020404" pitchFamily="49" charset="0"/>
              <a:buChar char="o"/>
            </a:pPr>
            <a:endPar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kumimoji="0" lang="en-US" sz="2900" b="1" i="0" u="none" strike="noStrike" cap="none" normalizeH="0" baseline="0" noProof="0" dirty="0">
                <a:ln>
                  <a:noFill/>
                </a:ln>
                <a:solidFill>
                  <a:schemeClr val="bg1"/>
                </a:solidFill>
                <a:effectLst/>
                <a:highlight>
                  <a:srgbClr val="000000"/>
                </a:highlight>
                <a:latin typeface="Arial" panose="020B0604020202020204" pitchFamily="34" charset="0"/>
              </a:rPr>
              <a:t>PC-based control interface</a:t>
            </a:r>
          </a:p>
        </p:txBody>
      </p:sp>
      <p:pic>
        <p:nvPicPr>
          <p:cNvPr id="13" name="Image 12">
            <a:extLst>
              <a:ext uri="{FF2B5EF4-FFF2-40B4-BE49-F238E27FC236}">
                <a16:creationId xmlns:a16="http://schemas.microsoft.com/office/drawing/2014/main" id="{2C5B3CAA-5B09-89F8-1B03-D02132706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281544">
            <a:off x="7993508" y="319515"/>
            <a:ext cx="3699107" cy="6155677"/>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 coins arrondis 15">
            <a:extLst>
              <a:ext uri="{FF2B5EF4-FFF2-40B4-BE49-F238E27FC236}">
                <a16:creationId xmlns:a16="http://schemas.microsoft.com/office/drawing/2014/main" id="{5D1FF5D4-BDE4-BB6B-766B-7ECE06927981}"/>
              </a:ext>
            </a:extLst>
          </p:cNvPr>
          <p:cNvSpPr/>
          <p:nvPr/>
        </p:nvSpPr>
        <p:spPr>
          <a:xfrm rot="13666409">
            <a:off x="7595371" y="-23655"/>
            <a:ext cx="572150" cy="1541554"/>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0 w 697704"/>
              <a:gd name="csY0" fmla="*/ 67766 h 1425902"/>
              <a:gd name="csX1" fmla="*/ 216481 w 697704"/>
              <a:gd name="csY1" fmla="*/ 0 h 1425902"/>
              <a:gd name="csX2" fmla="*/ 640895 w 697704"/>
              <a:gd name="csY2" fmla="*/ 13244 h 1425902"/>
              <a:gd name="csX3" fmla="*/ 697704 w 697704"/>
              <a:gd name="csY3" fmla="*/ 56294 h 1425902"/>
              <a:gd name="csX4" fmla="*/ 690793 w 697704"/>
              <a:gd name="csY4" fmla="*/ 1363485 h 1425902"/>
              <a:gd name="csX5" fmla="*/ 608041 w 697704"/>
              <a:gd name="csY5" fmla="*/ 1406082 h 1425902"/>
              <a:gd name="csX6" fmla="*/ 179470 w 697704"/>
              <a:gd name="csY6" fmla="*/ 1425902 h 1425902"/>
              <a:gd name="csX7" fmla="*/ 132378 w 697704"/>
              <a:gd name="csY7" fmla="*/ 1339620 h 1425902"/>
              <a:gd name="csX8" fmla="*/ 0 w 697704"/>
              <a:gd name="csY8" fmla="*/ 67766 h 1425902"/>
              <a:gd name="csX0" fmla="*/ 0 w 697704"/>
              <a:gd name="csY0" fmla="*/ 55112 h 1413248"/>
              <a:gd name="csX1" fmla="*/ 124019 w 697704"/>
              <a:gd name="csY1" fmla="*/ 31617 h 1413248"/>
              <a:gd name="csX2" fmla="*/ 640895 w 697704"/>
              <a:gd name="csY2" fmla="*/ 590 h 1413248"/>
              <a:gd name="csX3" fmla="*/ 697704 w 697704"/>
              <a:gd name="csY3" fmla="*/ 43640 h 1413248"/>
              <a:gd name="csX4" fmla="*/ 690793 w 697704"/>
              <a:gd name="csY4" fmla="*/ 1350831 h 1413248"/>
              <a:gd name="csX5" fmla="*/ 608041 w 697704"/>
              <a:gd name="csY5" fmla="*/ 1393428 h 1413248"/>
              <a:gd name="csX6" fmla="*/ 179470 w 697704"/>
              <a:gd name="csY6" fmla="*/ 1413248 h 1413248"/>
              <a:gd name="csX7" fmla="*/ 132378 w 697704"/>
              <a:gd name="csY7" fmla="*/ 1326966 h 1413248"/>
              <a:gd name="csX8" fmla="*/ 0 w 697704"/>
              <a:gd name="csY8" fmla="*/ 55112 h 1413248"/>
              <a:gd name="csX0" fmla="*/ 0 w 697704"/>
              <a:gd name="csY0" fmla="*/ 31296 h 1389432"/>
              <a:gd name="csX1" fmla="*/ 124019 w 697704"/>
              <a:gd name="csY1" fmla="*/ 7801 h 1389432"/>
              <a:gd name="csX2" fmla="*/ 562017 w 697704"/>
              <a:gd name="csY2" fmla="*/ 68931 h 1389432"/>
              <a:gd name="csX3" fmla="*/ 697704 w 697704"/>
              <a:gd name="csY3" fmla="*/ 19824 h 1389432"/>
              <a:gd name="csX4" fmla="*/ 690793 w 697704"/>
              <a:gd name="csY4" fmla="*/ 1327015 h 1389432"/>
              <a:gd name="csX5" fmla="*/ 608041 w 697704"/>
              <a:gd name="csY5" fmla="*/ 1369612 h 1389432"/>
              <a:gd name="csX6" fmla="*/ 179470 w 697704"/>
              <a:gd name="csY6" fmla="*/ 1389432 h 1389432"/>
              <a:gd name="csX7" fmla="*/ 132378 w 697704"/>
              <a:gd name="csY7" fmla="*/ 1303150 h 1389432"/>
              <a:gd name="csX8" fmla="*/ 0 w 697704"/>
              <a:gd name="csY8" fmla="*/ 31296 h 1389432"/>
              <a:gd name="csX0" fmla="*/ 0 w 690885"/>
              <a:gd name="csY0" fmla="*/ 31296 h 1389432"/>
              <a:gd name="csX1" fmla="*/ 124019 w 690885"/>
              <a:gd name="csY1" fmla="*/ 7801 h 1389432"/>
              <a:gd name="csX2" fmla="*/ 562017 w 690885"/>
              <a:gd name="csY2" fmla="*/ 68931 h 1389432"/>
              <a:gd name="csX3" fmla="*/ 653660 w 690885"/>
              <a:gd name="csY3" fmla="*/ 225806 h 1389432"/>
              <a:gd name="csX4" fmla="*/ 690793 w 690885"/>
              <a:gd name="csY4" fmla="*/ 1327015 h 1389432"/>
              <a:gd name="csX5" fmla="*/ 608041 w 690885"/>
              <a:gd name="csY5" fmla="*/ 1369612 h 1389432"/>
              <a:gd name="csX6" fmla="*/ 179470 w 690885"/>
              <a:gd name="csY6" fmla="*/ 1389432 h 1389432"/>
              <a:gd name="csX7" fmla="*/ 132378 w 690885"/>
              <a:gd name="csY7" fmla="*/ 1303150 h 1389432"/>
              <a:gd name="csX8" fmla="*/ 0 w 690885"/>
              <a:gd name="csY8" fmla="*/ 31296 h 1389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90885" h="1389432">
                <a:moveTo>
                  <a:pt x="0" y="31296"/>
                </a:moveTo>
                <a:cubicBezTo>
                  <a:pt x="0" y="-20715"/>
                  <a:pt x="72008" y="7801"/>
                  <a:pt x="124019" y="7801"/>
                </a:cubicBezTo>
                <a:lnTo>
                  <a:pt x="562017" y="68931"/>
                </a:lnTo>
                <a:cubicBezTo>
                  <a:pt x="614028" y="68931"/>
                  <a:pt x="653660" y="173795"/>
                  <a:pt x="653660" y="225806"/>
                </a:cubicBezTo>
                <a:cubicBezTo>
                  <a:pt x="651356" y="661536"/>
                  <a:pt x="693097" y="891285"/>
                  <a:pt x="690793" y="1327015"/>
                </a:cubicBezTo>
                <a:cubicBezTo>
                  <a:pt x="690793" y="1379026"/>
                  <a:pt x="660052" y="1369612"/>
                  <a:pt x="608041" y="1369612"/>
                </a:cubicBezTo>
                <a:lnTo>
                  <a:pt x="179470" y="1389432"/>
                </a:lnTo>
                <a:cubicBezTo>
                  <a:pt x="127459" y="1389432"/>
                  <a:pt x="132378" y="1355161"/>
                  <a:pt x="132378" y="1303150"/>
                </a:cubicBezTo>
                <a:cubicBezTo>
                  <a:pt x="132378" y="897094"/>
                  <a:pt x="0" y="437352"/>
                  <a:pt x="0" y="31296"/>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5" name="Rectangle : coins arrondis 15">
            <a:extLst>
              <a:ext uri="{FF2B5EF4-FFF2-40B4-BE49-F238E27FC236}">
                <a16:creationId xmlns:a16="http://schemas.microsoft.com/office/drawing/2014/main" id="{9BB60ACA-8B8E-EE2E-6FBF-962CA768286B}"/>
              </a:ext>
            </a:extLst>
          </p:cNvPr>
          <p:cNvSpPr/>
          <p:nvPr/>
        </p:nvSpPr>
        <p:spPr>
          <a:xfrm rot="13177131">
            <a:off x="11515569" y="5432919"/>
            <a:ext cx="380847" cy="1218702"/>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450" h="1425902">
                <a:moveTo>
                  <a:pt x="13254" y="61531"/>
                </a:moveTo>
                <a:cubicBezTo>
                  <a:pt x="13254" y="9520"/>
                  <a:pt x="32216" y="0"/>
                  <a:pt x="84227" y="0"/>
                </a:cubicBezTo>
                <a:lnTo>
                  <a:pt x="508641" y="13244"/>
                </a:lnTo>
                <a:cubicBezTo>
                  <a:pt x="560652" y="13244"/>
                  <a:pt x="565450" y="4283"/>
                  <a:pt x="565450" y="56294"/>
                </a:cubicBezTo>
                <a:cubicBezTo>
                  <a:pt x="563146" y="492024"/>
                  <a:pt x="560843" y="927755"/>
                  <a:pt x="558539" y="1363485"/>
                </a:cubicBezTo>
                <a:cubicBezTo>
                  <a:pt x="558539" y="1415496"/>
                  <a:pt x="527798" y="1406082"/>
                  <a:pt x="475787" y="1406082"/>
                </a:cubicBezTo>
                <a:lnTo>
                  <a:pt x="47216" y="1425902"/>
                </a:lnTo>
                <a:cubicBezTo>
                  <a:pt x="-4795" y="1425902"/>
                  <a:pt x="124" y="1391631"/>
                  <a:pt x="124" y="1339620"/>
                </a:cubicBezTo>
                <a:cubicBezTo>
                  <a:pt x="124" y="933564"/>
                  <a:pt x="13254" y="467587"/>
                  <a:pt x="13254" y="61531"/>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4017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095E0-C229-4049-F656-1D1591FB4AF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6981458-5588-78E1-5235-CCA0B2B7513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517"/>
          </a:xfrm>
          <a:prstGeom prst="rect">
            <a:avLst/>
          </a:prstGeom>
        </p:spPr>
      </p:pic>
      <p:sp>
        <p:nvSpPr>
          <p:cNvPr id="18" name="Rectangle : coins arrondis 15">
            <a:extLst>
              <a:ext uri="{FF2B5EF4-FFF2-40B4-BE49-F238E27FC236}">
                <a16:creationId xmlns:a16="http://schemas.microsoft.com/office/drawing/2014/main" id="{76F6E98B-2EA1-43FD-D5B3-523FBA6B5B9E}"/>
              </a:ext>
            </a:extLst>
          </p:cNvPr>
          <p:cNvSpPr/>
          <p:nvPr/>
        </p:nvSpPr>
        <p:spPr>
          <a:xfrm rot="16200000">
            <a:off x="2334673" y="3940358"/>
            <a:ext cx="762419" cy="4785985"/>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5450" h="1425902">
                <a:moveTo>
                  <a:pt x="13254" y="61531"/>
                </a:moveTo>
                <a:cubicBezTo>
                  <a:pt x="13254" y="9520"/>
                  <a:pt x="32216" y="0"/>
                  <a:pt x="84227" y="0"/>
                </a:cubicBezTo>
                <a:lnTo>
                  <a:pt x="508641" y="13244"/>
                </a:lnTo>
                <a:cubicBezTo>
                  <a:pt x="560652" y="13244"/>
                  <a:pt x="565450" y="4283"/>
                  <a:pt x="565450" y="56294"/>
                </a:cubicBezTo>
                <a:cubicBezTo>
                  <a:pt x="563146" y="492024"/>
                  <a:pt x="560843" y="927755"/>
                  <a:pt x="558539" y="1363485"/>
                </a:cubicBezTo>
                <a:cubicBezTo>
                  <a:pt x="558539" y="1415496"/>
                  <a:pt x="527798" y="1406082"/>
                  <a:pt x="475787" y="1406082"/>
                </a:cubicBezTo>
                <a:lnTo>
                  <a:pt x="47216" y="1425902"/>
                </a:lnTo>
                <a:cubicBezTo>
                  <a:pt x="-4795" y="1425902"/>
                  <a:pt x="124" y="1391631"/>
                  <a:pt x="124" y="1339620"/>
                </a:cubicBezTo>
                <a:cubicBezTo>
                  <a:pt x="124" y="933564"/>
                  <a:pt x="13254" y="467587"/>
                  <a:pt x="13254" y="61531"/>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7" name="Rectangle : coins arrondis 15">
            <a:extLst>
              <a:ext uri="{FF2B5EF4-FFF2-40B4-BE49-F238E27FC236}">
                <a16:creationId xmlns:a16="http://schemas.microsoft.com/office/drawing/2014/main" id="{F3FFCEDA-B73A-CE4B-B71A-951F19FDD590}"/>
              </a:ext>
            </a:extLst>
          </p:cNvPr>
          <p:cNvSpPr/>
          <p:nvPr/>
        </p:nvSpPr>
        <p:spPr>
          <a:xfrm rot="5400000">
            <a:off x="2162722" y="3295272"/>
            <a:ext cx="585929" cy="4212531"/>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4670 w 565450"/>
              <a:gd name="csY0" fmla="*/ 13760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4670 w 565450"/>
              <a:gd name="csY8" fmla="*/ 137601 h 1425902"/>
              <a:gd name="csX0" fmla="*/ 4670 w 565450"/>
              <a:gd name="csY0" fmla="*/ 124946 h 1413247"/>
              <a:gd name="csX1" fmla="*/ 170071 w 565450"/>
              <a:gd name="csY1" fmla="*/ 49991 h 1413247"/>
              <a:gd name="csX2" fmla="*/ 508641 w 565450"/>
              <a:gd name="csY2" fmla="*/ 589 h 1413247"/>
              <a:gd name="csX3" fmla="*/ 565450 w 565450"/>
              <a:gd name="csY3" fmla="*/ 43639 h 1413247"/>
              <a:gd name="csX4" fmla="*/ 558539 w 565450"/>
              <a:gd name="csY4" fmla="*/ 1350830 h 1413247"/>
              <a:gd name="csX5" fmla="*/ 475787 w 565450"/>
              <a:gd name="csY5" fmla="*/ 1393427 h 1413247"/>
              <a:gd name="csX6" fmla="*/ 47216 w 565450"/>
              <a:gd name="csY6" fmla="*/ 1413247 h 1413247"/>
              <a:gd name="csX7" fmla="*/ 124 w 565450"/>
              <a:gd name="csY7" fmla="*/ 1326965 h 1413247"/>
              <a:gd name="csX8" fmla="*/ 4670 w 565450"/>
              <a:gd name="csY8" fmla="*/ 124946 h 1413247"/>
              <a:gd name="csX0" fmla="*/ 4670 w 559055"/>
              <a:gd name="csY0" fmla="*/ 124357 h 1412658"/>
              <a:gd name="csX1" fmla="*/ 170071 w 559055"/>
              <a:gd name="csY1" fmla="*/ 49402 h 1412658"/>
              <a:gd name="csX2" fmla="*/ 508641 w 559055"/>
              <a:gd name="csY2" fmla="*/ 0 h 1412658"/>
              <a:gd name="csX3" fmla="*/ 556865 w 559055"/>
              <a:gd name="csY3" fmla="*/ 101220 h 1412658"/>
              <a:gd name="csX4" fmla="*/ 558539 w 559055"/>
              <a:gd name="csY4" fmla="*/ 1350241 h 1412658"/>
              <a:gd name="csX5" fmla="*/ 475787 w 559055"/>
              <a:gd name="csY5" fmla="*/ 1392838 h 1412658"/>
              <a:gd name="csX6" fmla="*/ 47216 w 559055"/>
              <a:gd name="csY6" fmla="*/ 1412658 h 1412658"/>
              <a:gd name="csX7" fmla="*/ 124 w 559055"/>
              <a:gd name="csY7" fmla="*/ 1326376 h 1412658"/>
              <a:gd name="csX8" fmla="*/ 4670 w 559055"/>
              <a:gd name="csY8" fmla="*/ 124357 h 1412658"/>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475787 w 559055"/>
              <a:gd name="csY5" fmla="*/ 1379414 h 1399234"/>
              <a:gd name="csX6" fmla="*/ 47216 w 559055"/>
              <a:gd name="csY6" fmla="*/ 1399234 h 1399234"/>
              <a:gd name="csX7" fmla="*/ 124 w 559055"/>
              <a:gd name="csY7" fmla="*/ 1312952 h 1399234"/>
              <a:gd name="csX8" fmla="*/ 4670 w 559055"/>
              <a:gd name="csY8" fmla="*/ 110933 h 1399234"/>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389943 w 559055"/>
              <a:gd name="csY5" fmla="*/ 1365991 h 1399234"/>
              <a:gd name="csX6" fmla="*/ 47216 w 559055"/>
              <a:gd name="csY6" fmla="*/ 1399234 h 1399234"/>
              <a:gd name="csX7" fmla="*/ 124 w 559055"/>
              <a:gd name="csY7" fmla="*/ 1312952 h 1399234"/>
              <a:gd name="csX8" fmla="*/ 4670 w 559055"/>
              <a:gd name="csY8" fmla="*/ 110933 h 1399234"/>
              <a:gd name="csX0" fmla="*/ 4670 w 559055"/>
              <a:gd name="csY0" fmla="*/ 74955 h 1363256"/>
              <a:gd name="csX1" fmla="*/ 170071 w 559055"/>
              <a:gd name="csY1" fmla="*/ 0 h 1363256"/>
              <a:gd name="csX2" fmla="*/ 388458 w 559055"/>
              <a:gd name="csY2" fmla="*/ 6184 h 1363256"/>
              <a:gd name="csX3" fmla="*/ 556865 w 559055"/>
              <a:gd name="csY3" fmla="*/ 51818 h 1363256"/>
              <a:gd name="csX4" fmla="*/ 558539 w 559055"/>
              <a:gd name="csY4" fmla="*/ 1300839 h 1363256"/>
              <a:gd name="csX5" fmla="*/ 389943 w 559055"/>
              <a:gd name="csY5" fmla="*/ 1330013 h 1363256"/>
              <a:gd name="csX6" fmla="*/ 47216 w 559055"/>
              <a:gd name="csY6" fmla="*/ 1363256 h 1363256"/>
              <a:gd name="csX7" fmla="*/ 124 w 559055"/>
              <a:gd name="csY7" fmla="*/ 1276974 h 1363256"/>
              <a:gd name="csX8" fmla="*/ 4670 w 559055"/>
              <a:gd name="csY8" fmla="*/ 74955 h 1363256"/>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32401 h 1365644"/>
              <a:gd name="csX6" fmla="*/ 47216 w 559055"/>
              <a:gd name="csY6" fmla="*/ 1365644 h 1365644"/>
              <a:gd name="csX7" fmla="*/ 124 w 559055"/>
              <a:gd name="csY7" fmla="*/ 1279362 h 1365644"/>
              <a:gd name="csX8" fmla="*/ 4670 w 559055"/>
              <a:gd name="csY8" fmla="*/ 38193 h 1365644"/>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50471 h 1365644"/>
              <a:gd name="csX6" fmla="*/ 47216 w 559055"/>
              <a:gd name="csY6" fmla="*/ 1365644 h 1365644"/>
              <a:gd name="csX7" fmla="*/ 124 w 559055"/>
              <a:gd name="csY7" fmla="*/ 1279362 h 1365644"/>
              <a:gd name="csX8" fmla="*/ 4670 w 559055"/>
              <a:gd name="csY8" fmla="*/ 38193 h 1365644"/>
              <a:gd name="csX0" fmla="*/ 4670 w 559055"/>
              <a:gd name="csY0" fmla="*/ 38193 h 1350585"/>
              <a:gd name="csX1" fmla="*/ 170071 w 559055"/>
              <a:gd name="csY1" fmla="*/ 2388 h 1350585"/>
              <a:gd name="csX2" fmla="*/ 388458 w 559055"/>
              <a:gd name="csY2" fmla="*/ 8572 h 1350585"/>
              <a:gd name="csX3" fmla="*/ 556865 w 559055"/>
              <a:gd name="csY3" fmla="*/ 54206 h 1350585"/>
              <a:gd name="csX4" fmla="*/ 558539 w 559055"/>
              <a:gd name="csY4" fmla="*/ 1303227 h 1350585"/>
              <a:gd name="csX5" fmla="*/ 389943 w 559055"/>
              <a:gd name="csY5" fmla="*/ 1350471 h 1350585"/>
              <a:gd name="csX6" fmla="*/ 47216 w 559055"/>
              <a:gd name="csY6" fmla="*/ 1344564 h 1350585"/>
              <a:gd name="csX7" fmla="*/ 124 w 559055"/>
              <a:gd name="csY7" fmla="*/ 1279362 h 1350585"/>
              <a:gd name="csX8" fmla="*/ 4670 w 559055"/>
              <a:gd name="csY8" fmla="*/ 38193 h 1350585"/>
              <a:gd name="csX0" fmla="*/ 4670 w 556865"/>
              <a:gd name="csY0" fmla="*/ 38193 h 1350585"/>
              <a:gd name="csX1" fmla="*/ 170071 w 556865"/>
              <a:gd name="csY1" fmla="*/ 2388 h 1350585"/>
              <a:gd name="csX2" fmla="*/ 388458 w 556865"/>
              <a:gd name="csY2" fmla="*/ 8572 h 1350585"/>
              <a:gd name="csX3" fmla="*/ 556865 w 556865"/>
              <a:gd name="csY3" fmla="*/ 54206 h 1350585"/>
              <a:gd name="csX4" fmla="*/ 507033 w 556865"/>
              <a:gd name="csY4" fmla="*/ 1303228 h 1350585"/>
              <a:gd name="csX5" fmla="*/ 389943 w 556865"/>
              <a:gd name="csY5" fmla="*/ 1350471 h 1350585"/>
              <a:gd name="csX6" fmla="*/ 47216 w 556865"/>
              <a:gd name="csY6" fmla="*/ 1344564 h 1350585"/>
              <a:gd name="csX7" fmla="*/ 124 w 556865"/>
              <a:gd name="csY7" fmla="*/ 1279362 h 1350585"/>
              <a:gd name="csX8" fmla="*/ 4670 w 556865"/>
              <a:gd name="csY8" fmla="*/ 38193 h 1350585"/>
              <a:gd name="csX0" fmla="*/ 4546 w 556741"/>
              <a:gd name="csY0" fmla="*/ 38193 h 1350585"/>
              <a:gd name="csX1" fmla="*/ 169947 w 556741"/>
              <a:gd name="csY1" fmla="*/ 2388 h 1350585"/>
              <a:gd name="csX2" fmla="*/ 388334 w 556741"/>
              <a:gd name="csY2" fmla="*/ 8572 h 1350585"/>
              <a:gd name="csX3" fmla="*/ 556741 w 556741"/>
              <a:gd name="csY3" fmla="*/ 54206 h 1350585"/>
              <a:gd name="csX4" fmla="*/ 506909 w 556741"/>
              <a:gd name="csY4" fmla="*/ 1303228 h 1350585"/>
              <a:gd name="csX5" fmla="*/ 389819 w 556741"/>
              <a:gd name="csY5" fmla="*/ 1350471 h 1350585"/>
              <a:gd name="csX6" fmla="*/ 124351 w 556741"/>
              <a:gd name="csY6" fmla="*/ 1344564 h 1350585"/>
              <a:gd name="csX7" fmla="*/ 0 w 556741"/>
              <a:gd name="csY7" fmla="*/ 1279362 h 1350585"/>
              <a:gd name="csX8" fmla="*/ 4546 w 556741"/>
              <a:gd name="csY8" fmla="*/ 38193 h 1350585"/>
              <a:gd name="csX0" fmla="*/ 0 w 552195"/>
              <a:gd name="csY0" fmla="*/ 38193 h 1350585"/>
              <a:gd name="csX1" fmla="*/ 165401 w 552195"/>
              <a:gd name="csY1" fmla="*/ 2388 h 1350585"/>
              <a:gd name="csX2" fmla="*/ 383788 w 552195"/>
              <a:gd name="csY2" fmla="*/ 8572 h 1350585"/>
              <a:gd name="csX3" fmla="*/ 552195 w 552195"/>
              <a:gd name="csY3" fmla="*/ 54206 h 1350585"/>
              <a:gd name="csX4" fmla="*/ 502363 w 552195"/>
              <a:gd name="csY4" fmla="*/ 1303228 h 1350585"/>
              <a:gd name="csX5" fmla="*/ 385273 w 552195"/>
              <a:gd name="csY5" fmla="*/ 1350471 h 1350585"/>
              <a:gd name="csX6" fmla="*/ 119805 w 552195"/>
              <a:gd name="csY6" fmla="*/ 1344564 h 1350585"/>
              <a:gd name="csX7" fmla="*/ 4040 w 552195"/>
              <a:gd name="csY7" fmla="*/ 1300443 h 1350585"/>
              <a:gd name="csX8" fmla="*/ 0 w 552195"/>
              <a:gd name="csY8" fmla="*/ 38193 h 1350585"/>
              <a:gd name="csX0" fmla="*/ 0 w 596871"/>
              <a:gd name="csY0" fmla="*/ 38193 h 1352130"/>
              <a:gd name="csX1" fmla="*/ 165401 w 596871"/>
              <a:gd name="csY1" fmla="*/ 2388 h 1352130"/>
              <a:gd name="csX2" fmla="*/ 383788 w 596871"/>
              <a:gd name="csY2" fmla="*/ 8572 h 1352130"/>
              <a:gd name="csX3" fmla="*/ 552195 w 596871"/>
              <a:gd name="csY3" fmla="*/ 54206 h 1352130"/>
              <a:gd name="csX4" fmla="*/ 596793 w 596871"/>
              <a:gd name="csY4" fmla="*/ 1312263 h 1352130"/>
              <a:gd name="csX5" fmla="*/ 385273 w 596871"/>
              <a:gd name="csY5" fmla="*/ 1350471 h 1352130"/>
              <a:gd name="csX6" fmla="*/ 119805 w 596871"/>
              <a:gd name="csY6" fmla="*/ 1344564 h 1352130"/>
              <a:gd name="csX7" fmla="*/ 4040 w 596871"/>
              <a:gd name="csY7" fmla="*/ 1300443 h 1352130"/>
              <a:gd name="csX8" fmla="*/ 0 w 596871"/>
              <a:gd name="csY8" fmla="*/ 38193 h 1352130"/>
              <a:gd name="csX0" fmla="*/ 0 w 596871"/>
              <a:gd name="csY0" fmla="*/ 38193 h 1344991"/>
              <a:gd name="csX1" fmla="*/ 165401 w 596871"/>
              <a:gd name="csY1" fmla="*/ 2388 h 1344991"/>
              <a:gd name="csX2" fmla="*/ 383788 w 596871"/>
              <a:gd name="csY2" fmla="*/ 8572 h 1344991"/>
              <a:gd name="csX3" fmla="*/ 552195 w 596871"/>
              <a:gd name="csY3" fmla="*/ 54206 h 1344991"/>
              <a:gd name="csX4" fmla="*/ 596793 w 596871"/>
              <a:gd name="csY4" fmla="*/ 1312263 h 1344991"/>
              <a:gd name="csX5" fmla="*/ 402443 w 596871"/>
              <a:gd name="csY5" fmla="*/ 1335413 h 1344991"/>
              <a:gd name="csX6" fmla="*/ 119805 w 596871"/>
              <a:gd name="csY6" fmla="*/ 1344564 h 1344991"/>
              <a:gd name="csX7" fmla="*/ 4040 w 596871"/>
              <a:gd name="csY7" fmla="*/ 1300443 h 1344991"/>
              <a:gd name="csX8" fmla="*/ 0 w 596871"/>
              <a:gd name="csY8" fmla="*/ 38193 h 1344991"/>
              <a:gd name="csX0" fmla="*/ 0 w 596871"/>
              <a:gd name="csY0" fmla="*/ 38193 h 1344991"/>
              <a:gd name="csX1" fmla="*/ 165401 w 596871"/>
              <a:gd name="csY1" fmla="*/ 2388 h 1344991"/>
              <a:gd name="csX2" fmla="*/ 383790 w 596871"/>
              <a:gd name="csY2" fmla="*/ 17607 h 1344991"/>
              <a:gd name="csX3" fmla="*/ 552195 w 596871"/>
              <a:gd name="csY3" fmla="*/ 54206 h 1344991"/>
              <a:gd name="csX4" fmla="*/ 596793 w 596871"/>
              <a:gd name="csY4" fmla="*/ 1312263 h 1344991"/>
              <a:gd name="csX5" fmla="*/ 402443 w 596871"/>
              <a:gd name="csY5" fmla="*/ 1335413 h 1344991"/>
              <a:gd name="csX6" fmla="*/ 119805 w 596871"/>
              <a:gd name="csY6" fmla="*/ 1344564 h 1344991"/>
              <a:gd name="csX7" fmla="*/ 4040 w 596871"/>
              <a:gd name="csY7" fmla="*/ 1300443 h 1344991"/>
              <a:gd name="csX8" fmla="*/ 0 w 596871"/>
              <a:gd name="csY8" fmla="*/ 38193 h 1344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6871" h="1344991">
                <a:moveTo>
                  <a:pt x="0" y="38193"/>
                </a:moveTo>
                <a:cubicBezTo>
                  <a:pt x="0" y="-13818"/>
                  <a:pt x="113390" y="2388"/>
                  <a:pt x="165401" y="2388"/>
                </a:cubicBezTo>
                <a:lnTo>
                  <a:pt x="383790" y="17607"/>
                </a:lnTo>
                <a:cubicBezTo>
                  <a:pt x="435801" y="17607"/>
                  <a:pt x="552195" y="2195"/>
                  <a:pt x="552195" y="54206"/>
                </a:cubicBezTo>
                <a:cubicBezTo>
                  <a:pt x="549891" y="489936"/>
                  <a:pt x="599097" y="876533"/>
                  <a:pt x="596793" y="1312263"/>
                </a:cubicBezTo>
                <a:cubicBezTo>
                  <a:pt x="596793" y="1364274"/>
                  <a:pt x="454454" y="1335413"/>
                  <a:pt x="402443" y="1335413"/>
                </a:cubicBezTo>
                <a:lnTo>
                  <a:pt x="119805" y="1344564"/>
                </a:lnTo>
                <a:cubicBezTo>
                  <a:pt x="67794" y="1344564"/>
                  <a:pt x="4040" y="1352454"/>
                  <a:pt x="4040" y="1300443"/>
                </a:cubicBezTo>
                <a:cubicBezTo>
                  <a:pt x="4040" y="894387"/>
                  <a:pt x="0" y="444249"/>
                  <a:pt x="0" y="3819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6" name="Rectangle : coins arrondis 15">
            <a:extLst>
              <a:ext uri="{FF2B5EF4-FFF2-40B4-BE49-F238E27FC236}">
                <a16:creationId xmlns:a16="http://schemas.microsoft.com/office/drawing/2014/main" id="{C2818CC5-539C-DA50-2F4D-0F66E0F86762}"/>
              </a:ext>
            </a:extLst>
          </p:cNvPr>
          <p:cNvSpPr/>
          <p:nvPr/>
        </p:nvSpPr>
        <p:spPr>
          <a:xfrm rot="16200000">
            <a:off x="2629021" y="1186289"/>
            <a:ext cx="750844" cy="5190836"/>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4670 w 565450"/>
              <a:gd name="csY0" fmla="*/ 13760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4670 w 565450"/>
              <a:gd name="csY8" fmla="*/ 137601 h 1425902"/>
              <a:gd name="csX0" fmla="*/ 4670 w 565450"/>
              <a:gd name="csY0" fmla="*/ 124946 h 1413247"/>
              <a:gd name="csX1" fmla="*/ 170071 w 565450"/>
              <a:gd name="csY1" fmla="*/ 49991 h 1413247"/>
              <a:gd name="csX2" fmla="*/ 508641 w 565450"/>
              <a:gd name="csY2" fmla="*/ 589 h 1413247"/>
              <a:gd name="csX3" fmla="*/ 565450 w 565450"/>
              <a:gd name="csY3" fmla="*/ 43639 h 1413247"/>
              <a:gd name="csX4" fmla="*/ 558539 w 565450"/>
              <a:gd name="csY4" fmla="*/ 1350830 h 1413247"/>
              <a:gd name="csX5" fmla="*/ 475787 w 565450"/>
              <a:gd name="csY5" fmla="*/ 1393427 h 1413247"/>
              <a:gd name="csX6" fmla="*/ 47216 w 565450"/>
              <a:gd name="csY6" fmla="*/ 1413247 h 1413247"/>
              <a:gd name="csX7" fmla="*/ 124 w 565450"/>
              <a:gd name="csY7" fmla="*/ 1326965 h 1413247"/>
              <a:gd name="csX8" fmla="*/ 4670 w 565450"/>
              <a:gd name="csY8" fmla="*/ 124946 h 1413247"/>
              <a:gd name="csX0" fmla="*/ 4670 w 559055"/>
              <a:gd name="csY0" fmla="*/ 124357 h 1412658"/>
              <a:gd name="csX1" fmla="*/ 170071 w 559055"/>
              <a:gd name="csY1" fmla="*/ 49402 h 1412658"/>
              <a:gd name="csX2" fmla="*/ 508641 w 559055"/>
              <a:gd name="csY2" fmla="*/ 0 h 1412658"/>
              <a:gd name="csX3" fmla="*/ 556865 w 559055"/>
              <a:gd name="csY3" fmla="*/ 101220 h 1412658"/>
              <a:gd name="csX4" fmla="*/ 558539 w 559055"/>
              <a:gd name="csY4" fmla="*/ 1350241 h 1412658"/>
              <a:gd name="csX5" fmla="*/ 475787 w 559055"/>
              <a:gd name="csY5" fmla="*/ 1392838 h 1412658"/>
              <a:gd name="csX6" fmla="*/ 47216 w 559055"/>
              <a:gd name="csY6" fmla="*/ 1412658 h 1412658"/>
              <a:gd name="csX7" fmla="*/ 124 w 559055"/>
              <a:gd name="csY7" fmla="*/ 1326376 h 1412658"/>
              <a:gd name="csX8" fmla="*/ 4670 w 559055"/>
              <a:gd name="csY8" fmla="*/ 124357 h 1412658"/>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475787 w 559055"/>
              <a:gd name="csY5" fmla="*/ 1379414 h 1399234"/>
              <a:gd name="csX6" fmla="*/ 47216 w 559055"/>
              <a:gd name="csY6" fmla="*/ 1399234 h 1399234"/>
              <a:gd name="csX7" fmla="*/ 124 w 559055"/>
              <a:gd name="csY7" fmla="*/ 1312952 h 1399234"/>
              <a:gd name="csX8" fmla="*/ 4670 w 559055"/>
              <a:gd name="csY8" fmla="*/ 110933 h 1399234"/>
              <a:gd name="csX0" fmla="*/ 4670 w 559055"/>
              <a:gd name="csY0" fmla="*/ 110933 h 1399234"/>
              <a:gd name="csX1" fmla="*/ 170071 w 559055"/>
              <a:gd name="csY1" fmla="*/ 35978 h 1399234"/>
              <a:gd name="csX2" fmla="*/ 388459 w 559055"/>
              <a:gd name="csY2" fmla="*/ 0 h 1399234"/>
              <a:gd name="csX3" fmla="*/ 556865 w 559055"/>
              <a:gd name="csY3" fmla="*/ 87796 h 1399234"/>
              <a:gd name="csX4" fmla="*/ 558539 w 559055"/>
              <a:gd name="csY4" fmla="*/ 1336817 h 1399234"/>
              <a:gd name="csX5" fmla="*/ 389943 w 559055"/>
              <a:gd name="csY5" fmla="*/ 1365991 h 1399234"/>
              <a:gd name="csX6" fmla="*/ 47216 w 559055"/>
              <a:gd name="csY6" fmla="*/ 1399234 h 1399234"/>
              <a:gd name="csX7" fmla="*/ 124 w 559055"/>
              <a:gd name="csY7" fmla="*/ 1312952 h 1399234"/>
              <a:gd name="csX8" fmla="*/ 4670 w 559055"/>
              <a:gd name="csY8" fmla="*/ 110933 h 1399234"/>
              <a:gd name="csX0" fmla="*/ 4670 w 559055"/>
              <a:gd name="csY0" fmla="*/ 74955 h 1363256"/>
              <a:gd name="csX1" fmla="*/ 170071 w 559055"/>
              <a:gd name="csY1" fmla="*/ 0 h 1363256"/>
              <a:gd name="csX2" fmla="*/ 388458 w 559055"/>
              <a:gd name="csY2" fmla="*/ 6184 h 1363256"/>
              <a:gd name="csX3" fmla="*/ 556865 w 559055"/>
              <a:gd name="csY3" fmla="*/ 51818 h 1363256"/>
              <a:gd name="csX4" fmla="*/ 558539 w 559055"/>
              <a:gd name="csY4" fmla="*/ 1300839 h 1363256"/>
              <a:gd name="csX5" fmla="*/ 389943 w 559055"/>
              <a:gd name="csY5" fmla="*/ 1330013 h 1363256"/>
              <a:gd name="csX6" fmla="*/ 47216 w 559055"/>
              <a:gd name="csY6" fmla="*/ 1363256 h 1363256"/>
              <a:gd name="csX7" fmla="*/ 124 w 559055"/>
              <a:gd name="csY7" fmla="*/ 1276974 h 1363256"/>
              <a:gd name="csX8" fmla="*/ 4670 w 559055"/>
              <a:gd name="csY8" fmla="*/ 74955 h 1363256"/>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32401 h 1365644"/>
              <a:gd name="csX6" fmla="*/ 47216 w 559055"/>
              <a:gd name="csY6" fmla="*/ 1365644 h 1365644"/>
              <a:gd name="csX7" fmla="*/ 124 w 559055"/>
              <a:gd name="csY7" fmla="*/ 1279362 h 1365644"/>
              <a:gd name="csX8" fmla="*/ 4670 w 559055"/>
              <a:gd name="csY8" fmla="*/ 38193 h 1365644"/>
              <a:gd name="csX0" fmla="*/ 4670 w 559055"/>
              <a:gd name="csY0" fmla="*/ 38193 h 1365644"/>
              <a:gd name="csX1" fmla="*/ 170071 w 559055"/>
              <a:gd name="csY1" fmla="*/ 2388 h 1365644"/>
              <a:gd name="csX2" fmla="*/ 388458 w 559055"/>
              <a:gd name="csY2" fmla="*/ 8572 h 1365644"/>
              <a:gd name="csX3" fmla="*/ 556865 w 559055"/>
              <a:gd name="csY3" fmla="*/ 54206 h 1365644"/>
              <a:gd name="csX4" fmla="*/ 558539 w 559055"/>
              <a:gd name="csY4" fmla="*/ 1303227 h 1365644"/>
              <a:gd name="csX5" fmla="*/ 389943 w 559055"/>
              <a:gd name="csY5" fmla="*/ 1350471 h 1365644"/>
              <a:gd name="csX6" fmla="*/ 47216 w 559055"/>
              <a:gd name="csY6" fmla="*/ 1365644 h 1365644"/>
              <a:gd name="csX7" fmla="*/ 124 w 559055"/>
              <a:gd name="csY7" fmla="*/ 1279362 h 1365644"/>
              <a:gd name="csX8" fmla="*/ 4670 w 559055"/>
              <a:gd name="csY8" fmla="*/ 38193 h 1365644"/>
              <a:gd name="csX0" fmla="*/ 4670 w 559055"/>
              <a:gd name="csY0" fmla="*/ 38193 h 1350585"/>
              <a:gd name="csX1" fmla="*/ 170071 w 559055"/>
              <a:gd name="csY1" fmla="*/ 2388 h 1350585"/>
              <a:gd name="csX2" fmla="*/ 388458 w 559055"/>
              <a:gd name="csY2" fmla="*/ 8572 h 1350585"/>
              <a:gd name="csX3" fmla="*/ 556865 w 559055"/>
              <a:gd name="csY3" fmla="*/ 54206 h 1350585"/>
              <a:gd name="csX4" fmla="*/ 558539 w 559055"/>
              <a:gd name="csY4" fmla="*/ 1303227 h 1350585"/>
              <a:gd name="csX5" fmla="*/ 389943 w 559055"/>
              <a:gd name="csY5" fmla="*/ 1350471 h 1350585"/>
              <a:gd name="csX6" fmla="*/ 47216 w 559055"/>
              <a:gd name="csY6" fmla="*/ 1344564 h 1350585"/>
              <a:gd name="csX7" fmla="*/ 124 w 559055"/>
              <a:gd name="csY7" fmla="*/ 1279362 h 1350585"/>
              <a:gd name="csX8" fmla="*/ 4670 w 559055"/>
              <a:gd name="csY8" fmla="*/ 38193 h 1350585"/>
              <a:gd name="csX0" fmla="*/ 4670 w 556865"/>
              <a:gd name="csY0" fmla="*/ 38193 h 1350585"/>
              <a:gd name="csX1" fmla="*/ 170071 w 556865"/>
              <a:gd name="csY1" fmla="*/ 2388 h 1350585"/>
              <a:gd name="csX2" fmla="*/ 388458 w 556865"/>
              <a:gd name="csY2" fmla="*/ 8572 h 1350585"/>
              <a:gd name="csX3" fmla="*/ 556865 w 556865"/>
              <a:gd name="csY3" fmla="*/ 54206 h 1350585"/>
              <a:gd name="csX4" fmla="*/ 507033 w 556865"/>
              <a:gd name="csY4" fmla="*/ 1303228 h 1350585"/>
              <a:gd name="csX5" fmla="*/ 389943 w 556865"/>
              <a:gd name="csY5" fmla="*/ 1350471 h 1350585"/>
              <a:gd name="csX6" fmla="*/ 47216 w 556865"/>
              <a:gd name="csY6" fmla="*/ 1344564 h 1350585"/>
              <a:gd name="csX7" fmla="*/ 124 w 556865"/>
              <a:gd name="csY7" fmla="*/ 1279362 h 1350585"/>
              <a:gd name="csX8" fmla="*/ 4670 w 556865"/>
              <a:gd name="csY8" fmla="*/ 38193 h 1350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6865" h="1350585">
                <a:moveTo>
                  <a:pt x="4670" y="38193"/>
                </a:moveTo>
                <a:cubicBezTo>
                  <a:pt x="4670" y="-13818"/>
                  <a:pt x="118060" y="2388"/>
                  <a:pt x="170071" y="2388"/>
                </a:cubicBezTo>
                <a:lnTo>
                  <a:pt x="388458" y="8572"/>
                </a:lnTo>
                <a:cubicBezTo>
                  <a:pt x="440469" y="8572"/>
                  <a:pt x="556865" y="2195"/>
                  <a:pt x="556865" y="54206"/>
                </a:cubicBezTo>
                <a:cubicBezTo>
                  <a:pt x="554561" y="489936"/>
                  <a:pt x="509337" y="867498"/>
                  <a:pt x="507033" y="1303228"/>
                </a:cubicBezTo>
                <a:cubicBezTo>
                  <a:pt x="507033" y="1355239"/>
                  <a:pt x="441954" y="1350471"/>
                  <a:pt x="389943" y="1350471"/>
                </a:cubicBezTo>
                <a:lnTo>
                  <a:pt x="47216" y="1344564"/>
                </a:lnTo>
                <a:cubicBezTo>
                  <a:pt x="-4795" y="1344564"/>
                  <a:pt x="124" y="1331373"/>
                  <a:pt x="124" y="1279362"/>
                </a:cubicBezTo>
                <a:cubicBezTo>
                  <a:pt x="124" y="873306"/>
                  <a:pt x="4670" y="444249"/>
                  <a:pt x="4670" y="3819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8" name="Rectangle : coins arrondis 15">
            <a:extLst>
              <a:ext uri="{FF2B5EF4-FFF2-40B4-BE49-F238E27FC236}">
                <a16:creationId xmlns:a16="http://schemas.microsoft.com/office/drawing/2014/main" id="{5ADEF52E-96B1-54E4-0FD9-1EB9189CD447}"/>
              </a:ext>
            </a:extLst>
          </p:cNvPr>
          <p:cNvSpPr/>
          <p:nvPr/>
        </p:nvSpPr>
        <p:spPr>
          <a:xfrm rot="16200000">
            <a:off x="3015284" y="-1036342"/>
            <a:ext cx="762423" cy="6017131"/>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13254 w 565450"/>
              <a:gd name="csY0" fmla="*/ 61531 h 1446523"/>
              <a:gd name="csX1" fmla="*/ 84227 w 565450"/>
              <a:gd name="csY1" fmla="*/ 0 h 1446523"/>
              <a:gd name="csX2" fmla="*/ 508641 w 565450"/>
              <a:gd name="csY2" fmla="*/ 13244 h 1446523"/>
              <a:gd name="csX3" fmla="*/ 565450 w 565450"/>
              <a:gd name="csY3" fmla="*/ 56294 h 1446523"/>
              <a:gd name="csX4" fmla="*/ 558539 w 565450"/>
              <a:gd name="csY4" fmla="*/ 1363485 h 1446523"/>
              <a:gd name="csX5" fmla="*/ 492956 w 565450"/>
              <a:gd name="csY5" fmla="*/ 1446523 h 1446523"/>
              <a:gd name="csX6" fmla="*/ 47216 w 565450"/>
              <a:gd name="csY6" fmla="*/ 1425902 h 1446523"/>
              <a:gd name="csX7" fmla="*/ 124 w 565450"/>
              <a:gd name="csY7" fmla="*/ 1339620 h 1446523"/>
              <a:gd name="csX8" fmla="*/ 13254 w 565450"/>
              <a:gd name="csY8" fmla="*/ 61531 h 1446523"/>
              <a:gd name="csX0" fmla="*/ 13254 w 567640"/>
              <a:gd name="csY0" fmla="*/ 61531 h 1448211"/>
              <a:gd name="csX1" fmla="*/ 84227 w 567640"/>
              <a:gd name="csY1" fmla="*/ 0 h 1448211"/>
              <a:gd name="csX2" fmla="*/ 508641 w 567640"/>
              <a:gd name="csY2" fmla="*/ 13244 h 1448211"/>
              <a:gd name="csX3" fmla="*/ 565450 w 567640"/>
              <a:gd name="csY3" fmla="*/ 56294 h 1448211"/>
              <a:gd name="csX4" fmla="*/ 567124 w 567640"/>
              <a:gd name="csY4" fmla="*/ 1408419 h 1448211"/>
              <a:gd name="csX5" fmla="*/ 492956 w 567640"/>
              <a:gd name="csY5" fmla="*/ 1446523 h 1448211"/>
              <a:gd name="csX6" fmla="*/ 47216 w 567640"/>
              <a:gd name="csY6" fmla="*/ 1425902 h 1448211"/>
              <a:gd name="csX7" fmla="*/ 124 w 567640"/>
              <a:gd name="csY7" fmla="*/ 1339620 h 1448211"/>
              <a:gd name="csX8" fmla="*/ 13254 w 567640"/>
              <a:gd name="csY8" fmla="*/ 61531 h 1448211"/>
              <a:gd name="csX0" fmla="*/ 6123 w 560509"/>
              <a:gd name="csY0" fmla="*/ 61531 h 1448211"/>
              <a:gd name="csX1" fmla="*/ 77096 w 560509"/>
              <a:gd name="csY1" fmla="*/ 0 h 1448211"/>
              <a:gd name="csX2" fmla="*/ 501510 w 560509"/>
              <a:gd name="csY2" fmla="*/ 13244 h 1448211"/>
              <a:gd name="csX3" fmla="*/ 558319 w 560509"/>
              <a:gd name="csY3" fmla="*/ 56294 h 1448211"/>
              <a:gd name="csX4" fmla="*/ 559993 w 560509"/>
              <a:gd name="csY4" fmla="*/ 1408419 h 1448211"/>
              <a:gd name="csX5" fmla="*/ 485825 w 560509"/>
              <a:gd name="csY5" fmla="*/ 1446523 h 1448211"/>
              <a:gd name="csX6" fmla="*/ 40085 w 560509"/>
              <a:gd name="csY6" fmla="*/ 1425902 h 1448211"/>
              <a:gd name="csX7" fmla="*/ 1578 w 560509"/>
              <a:gd name="csY7" fmla="*/ 1346361 h 1448211"/>
              <a:gd name="csX8" fmla="*/ 6123 w 560509"/>
              <a:gd name="csY8" fmla="*/ 61531 h 1448211"/>
              <a:gd name="csX0" fmla="*/ 6123 w 560509"/>
              <a:gd name="csY0" fmla="*/ 48876 h 1435556"/>
              <a:gd name="csX1" fmla="*/ 51343 w 560509"/>
              <a:gd name="csY1" fmla="*/ 5319 h 1435556"/>
              <a:gd name="csX2" fmla="*/ 501510 w 560509"/>
              <a:gd name="csY2" fmla="*/ 589 h 1435556"/>
              <a:gd name="csX3" fmla="*/ 558319 w 560509"/>
              <a:gd name="csY3" fmla="*/ 43639 h 1435556"/>
              <a:gd name="csX4" fmla="*/ 559993 w 560509"/>
              <a:gd name="csY4" fmla="*/ 1395764 h 1435556"/>
              <a:gd name="csX5" fmla="*/ 485825 w 560509"/>
              <a:gd name="csY5" fmla="*/ 1433868 h 1435556"/>
              <a:gd name="csX6" fmla="*/ 40085 w 560509"/>
              <a:gd name="csY6" fmla="*/ 1413247 h 1435556"/>
              <a:gd name="csX7" fmla="*/ 1578 w 560509"/>
              <a:gd name="csY7" fmla="*/ 1333706 h 1435556"/>
              <a:gd name="csX8" fmla="*/ 6123 w 560509"/>
              <a:gd name="csY8" fmla="*/ 48876 h 1435556"/>
              <a:gd name="csX0" fmla="*/ 6123 w 562491"/>
              <a:gd name="csY0" fmla="*/ 52876 h 1439556"/>
              <a:gd name="csX1" fmla="*/ 51343 w 562491"/>
              <a:gd name="csY1" fmla="*/ 9319 h 1439556"/>
              <a:gd name="csX2" fmla="*/ 527263 w 562491"/>
              <a:gd name="csY2" fmla="*/ 95 h 1439556"/>
              <a:gd name="csX3" fmla="*/ 558319 w 562491"/>
              <a:gd name="csY3" fmla="*/ 47639 h 1439556"/>
              <a:gd name="csX4" fmla="*/ 559993 w 562491"/>
              <a:gd name="csY4" fmla="*/ 1399764 h 1439556"/>
              <a:gd name="csX5" fmla="*/ 485825 w 562491"/>
              <a:gd name="csY5" fmla="*/ 1437868 h 1439556"/>
              <a:gd name="csX6" fmla="*/ 40085 w 562491"/>
              <a:gd name="csY6" fmla="*/ 1417247 h 1439556"/>
              <a:gd name="csX7" fmla="*/ 1578 w 562491"/>
              <a:gd name="csY7" fmla="*/ 1337706 h 1439556"/>
              <a:gd name="csX8" fmla="*/ 6123 w 562491"/>
              <a:gd name="csY8" fmla="*/ 52876 h 1439556"/>
              <a:gd name="csX0" fmla="*/ 6123 w 560071"/>
              <a:gd name="csY0" fmla="*/ 52781 h 1439461"/>
              <a:gd name="csX1" fmla="*/ 51343 w 560071"/>
              <a:gd name="csY1" fmla="*/ 9224 h 1439461"/>
              <a:gd name="csX2" fmla="*/ 527263 w 560071"/>
              <a:gd name="csY2" fmla="*/ 0 h 1439461"/>
              <a:gd name="csX3" fmla="*/ 515700 w 560071"/>
              <a:gd name="csY3" fmla="*/ 85538 h 1439461"/>
              <a:gd name="csX4" fmla="*/ 559993 w 560071"/>
              <a:gd name="csY4" fmla="*/ 1399669 h 1439461"/>
              <a:gd name="csX5" fmla="*/ 485825 w 560071"/>
              <a:gd name="csY5" fmla="*/ 1437773 h 1439461"/>
              <a:gd name="csX6" fmla="*/ 40085 w 560071"/>
              <a:gd name="csY6" fmla="*/ 1417152 h 1439461"/>
              <a:gd name="csX7" fmla="*/ 1578 w 560071"/>
              <a:gd name="csY7" fmla="*/ 1337611 h 1439461"/>
              <a:gd name="csX8" fmla="*/ 6123 w 560071"/>
              <a:gd name="csY8" fmla="*/ 52781 h 1439461"/>
              <a:gd name="csX0" fmla="*/ 6123 w 560071"/>
              <a:gd name="csY0" fmla="*/ 46449 h 1433129"/>
              <a:gd name="csX1" fmla="*/ 51343 w 560071"/>
              <a:gd name="csY1" fmla="*/ 2892 h 1433129"/>
              <a:gd name="csX2" fmla="*/ 388753 w 560071"/>
              <a:gd name="csY2" fmla="*/ 0 h 1433129"/>
              <a:gd name="csX3" fmla="*/ 515700 w 560071"/>
              <a:gd name="csY3" fmla="*/ 79206 h 1433129"/>
              <a:gd name="csX4" fmla="*/ 559993 w 560071"/>
              <a:gd name="csY4" fmla="*/ 1393337 h 1433129"/>
              <a:gd name="csX5" fmla="*/ 485825 w 560071"/>
              <a:gd name="csY5" fmla="*/ 1431441 h 1433129"/>
              <a:gd name="csX6" fmla="*/ 40085 w 560071"/>
              <a:gd name="csY6" fmla="*/ 1410820 h 1433129"/>
              <a:gd name="csX7" fmla="*/ 1578 w 560071"/>
              <a:gd name="csY7" fmla="*/ 1331279 h 1433129"/>
              <a:gd name="csX8" fmla="*/ 6123 w 560071"/>
              <a:gd name="csY8" fmla="*/ 46449 h 1433129"/>
              <a:gd name="csX0" fmla="*/ 30751 w 584699"/>
              <a:gd name="csY0" fmla="*/ 46449 h 1464646"/>
              <a:gd name="csX1" fmla="*/ 75971 w 584699"/>
              <a:gd name="csY1" fmla="*/ 2892 h 1464646"/>
              <a:gd name="csX2" fmla="*/ 413381 w 584699"/>
              <a:gd name="csY2" fmla="*/ 0 h 1464646"/>
              <a:gd name="csX3" fmla="*/ 540328 w 584699"/>
              <a:gd name="csY3" fmla="*/ 79206 h 1464646"/>
              <a:gd name="csX4" fmla="*/ 584621 w 584699"/>
              <a:gd name="csY4" fmla="*/ 1393337 h 1464646"/>
              <a:gd name="csX5" fmla="*/ 510453 w 584699"/>
              <a:gd name="csY5" fmla="*/ 1431441 h 1464646"/>
              <a:gd name="csX6" fmla="*/ 22096 w 584699"/>
              <a:gd name="csY6" fmla="*/ 1464646 h 1464646"/>
              <a:gd name="csX7" fmla="*/ 26206 w 584699"/>
              <a:gd name="csY7" fmla="*/ 1331279 h 1464646"/>
              <a:gd name="csX8" fmla="*/ 30751 w 584699"/>
              <a:gd name="csY8" fmla="*/ 46449 h 1464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84699" h="1464646">
                <a:moveTo>
                  <a:pt x="30751" y="46449"/>
                </a:moveTo>
                <a:cubicBezTo>
                  <a:pt x="30751" y="-5562"/>
                  <a:pt x="23960" y="2892"/>
                  <a:pt x="75971" y="2892"/>
                </a:cubicBezTo>
                <a:lnTo>
                  <a:pt x="413381" y="0"/>
                </a:lnTo>
                <a:cubicBezTo>
                  <a:pt x="465392" y="0"/>
                  <a:pt x="540328" y="27195"/>
                  <a:pt x="540328" y="79206"/>
                </a:cubicBezTo>
                <a:cubicBezTo>
                  <a:pt x="538024" y="514936"/>
                  <a:pt x="586925" y="957607"/>
                  <a:pt x="584621" y="1393337"/>
                </a:cubicBezTo>
                <a:cubicBezTo>
                  <a:pt x="584621" y="1445348"/>
                  <a:pt x="562464" y="1431441"/>
                  <a:pt x="510453" y="1431441"/>
                </a:cubicBezTo>
                <a:lnTo>
                  <a:pt x="22096" y="1464646"/>
                </a:lnTo>
                <a:cubicBezTo>
                  <a:pt x="-29915" y="1464646"/>
                  <a:pt x="26206" y="1383290"/>
                  <a:pt x="26206" y="1331279"/>
                </a:cubicBezTo>
                <a:cubicBezTo>
                  <a:pt x="26206" y="925223"/>
                  <a:pt x="30751" y="452505"/>
                  <a:pt x="30751" y="46449"/>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9" name="Rectangle : coins arrondis 15">
            <a:extLst>
              <a:ext uri="{FF2B5EF4-FFF2-40B4-BE49-F238E27FC236}">
                <a16:creationId xmlns:a16="http://schemas.microsoft.com/office/drawing/2014/main" id="{21C2A924-64FD-60C3-AB1E-29BEAB262FB6}"/>
              </a:ext>
            </a:extLst>
          </p:cNvPr>
          <p:cNvSpPr/>
          <p:nvPr/>
        </p:nvSpPr>
        <p:spPr>
          <a:xfrm rot="16200000">
            <a:off x="3115979" y="-268032"/>
            <a:ext cx="754517" cy="6249496"/>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13254 w 565450"/>
              <a:gd name="csY0" fmla="*/ 61531 h 1446523"/>
              <a:gd name="csX1" fmla="*/ 84227 w 565450"/>
              <a:gd name="csY1" fmla="*/ 0 h 1446523"/>
              <a:gd name="csX2" fmla="*/ 508641 w 565450"/>
              <a:gd name="csY2" fmla="*/ 13244 h 1446523"/>
              <a:gd name="csX3" fmla="*/ 565450 w 565450"/>
              <a:gd name="csY3" fmla="*/ 56294 h 1446523"/>
              <a:gd name="csX4" fmla="*/ 558539 w 565450"/>
              <a:gd name="csY4" fmla="*/ 1363485 h 1446523"/>
              <a:gd name="csX5" fmla="*/ 492956 w 565450"/>
              <a:gd name="csY5" fmla="*/ 1446523 h 1446523"/>
              <a:gd name="csX6" fmla="*/ 47216 w 565450"/>
              <a:gd name="csY6" fmla="*/ 1425902 h 1446523"/>
              <a:gd name="csX7" fmla="*/ 124 w 565450"/>
              <a:gd name="csY7" fmla="*/ 1339620 h 1446523"/>
              <a:gd name="csX8" fmla="*/ 13254 w 565450"/>
              <a:gd name="csY8" fmla="*/ 61531 h 1446523"/>
              <a:gd name="csX0" fmla="*/ 13254 w 567640"/>
              <a:gd name="csY0" fmla="*/ 61531 h 1448211"/>
              <a:gd name="csX1" fmla="*/ 84227 w 567640"/>
              <a:gd name="csY1" fmla="*/ 0 h 1448211"/>
              <a:gd name="csX2" fmla="*/ 508641 w 567640"/>
              <a:gd name="csY2" fmla="*/ 13244 h 1448211"/>
              <a:gd name="csX3" fmla="*/ 565450 w 567640"/>
              <a:gd name="csY3" fmla="*/ 56294 h 1448211"/>
              <a:gd name="csX4" fmla="*/ 567124 w 567640"/>
              <a:gd name="csY4" fmla="*/ 1408419 h 1448211"/>
              <a:gd name="csX5" fmla="*/ 492956 w 567640"/>
              <a:gd name="csY5" fmla="*/ 1446523 h 1448211"/>
              <a:gd name="csX6" fmla="*/ 47216 w 567640"/>
              <a:gd name="csY6" fmla="*/ 1425902 h 1448211"/>
              <a:gd name="csX7" fmla="*/ 124 w 567640"/>
              <a:gd name="csY7" fmla="*/ 1339620 h 1448211"/>
              <a:gd name="csX8" fmla="*/ 13254 w 567640"/>
              <a:gd name="csY8" fmla="*/ 61531 h 1448211"/>
              <a:gd name="csX0" fmla="*/ 6123 w 560509"/>
              <a:gd name="csY0" fmla="*/ 61531 h 1448211"/>
              <a:gd name="csX1" fmla="*/ 77096 w 560509"/>
              <a:gd name="csY1" fmla="*/ 0 h 1448211"/>
              <a:gd name="csX2" fmla="*/ 501510 w 560509"/>
              <a:gd name="csY2" fmla="*/ 13244 h 1448211"/>
              <a:gd name="csX3" fmla="*/ 558319 w 560509"/>
              <a:gd name="csY3" fmla="*/ 56294 h 1448211"/>
              <a:gd name="csX4" fmla="*/ 559993 w 560509"/>
              <a:gd name="csY4" fmla="*/ 1408419 h 1448211"/>
              <a:gd name="csX5" fmla="*/ 485825 w 560509"/>
              <a:gd name="csY5" fmla="*/ 1446523 h 1448211"/>
              <a:gd name="csX6" fmla="*/ 40085 w 560509"/>
              <a:gd name="csY6" fmla="*/ 1425902 h 1448211"/>
              <a:gd name="csX7" fmla="*/ 1578 w 560509"/>
              <a:gd name="csY7" fmla="*/ 1346361 h 1448211"/>
              <a:gd name="csX8" fmla="*/ 6123 w 560509"/>
              <a:gd name="csY8" fmla="*/ 61531 h 1448211"/>
              <a:gd name="csX0" fmla="*/ 6123 w 560509"/>
              <a:gd name="csY0" fmla="*/ 48876 h 1435556"/>
              <a:gd name="csX1" fmla="*/ 51343 w 560509"/>
              <a:gd name="csY1" fmla="*/ 5319 h 1435556"/>
              <a:gd name="csX2" fmla="*/ 501510 w 560509"/>
              <a:gd name="csY2" fmla="*/ 589 h 1435556"/>
              <a:gd name="csX3" fmla="*/ 558319 w 560509"/>
              <a:gd name="csY3" fmla="*/ 43639 h 1435556"/>
              <a:gd name="csX4" fmla="*/ 559993 w 560509"/>
              <a:gd name="csY4" fmla="*/ 1395764 h 1435556"/>
              <a:gd name="csX5" fmla="*/ 485825 w 560509"/>
              <a:gd name="csY5" fmla="*/ 1433868 h 1435556"/>
              <a:gd name="csX6" fmla="*/ 40085 w 560509"/>
              <a:gd name="csY6" fmla="*/ 1413247 h 1435556"/>
              <a:gd name="csX7" fmla="*/ 1578 w 560509"/>
              <a:gd name="csY7" fmla="*/ 1333706 h 1435556"/>
              <a:gd name="csX8" fmla="*/ 6123 w 560509"/>
              <a:gd name="csY8" fmla="*/ 48876 h 1435556"/>
              <a:gd name="csX0" fmla="*/ 6123 w 562491"/>
              <a:gd name="csY0" fmla="*/ 52876 h 1439556"/>
              <a:gd name="csX1" fmla="*/ 51343 w 562491"/>
              <a:gd name="csY1" fmla="*/ 9319 h 1439556"/>
              <a:gd name="csX2" fmla="*/ 527263 w 562491"/>
              <a:gd name="csY2" fmla="*/ 95 h 1439556"/>
              <a:gd name="csX3" fmla="*/ 558319 w 562491"/>
              <a:gd name="csY3" fmla="*/ 47639 h 1439556"/>
              <a:gd name="csX4" fmla="*/ 559993 w 562491"/>
              <a:gd name="csY4" fmla="*/ 1399764 h 1439556"/>
              <a:gd name="csX5" fmla="*/ 485825 w 562491"/>
              <a:gd name="csY5" fmla="*/ 1437868 h 1439556"/>
              <a:gd name="csX6" fmla="*/ 40085 w 562491"/>
              <a:gd name="csY6" fmla="*/ 1417247 h 1439556"/>
              <a:gd name="csX7" fmla="*/ 1578 w 562491"/>
              <a:gd name="csY7" fmla="*/ 1337706 h 1439556"/>
              <a:gd name="csX8" fmla="*/ 6123 w 562491"/>
              <a:gd name="csY8" fmla="*/ 52876 h 1439556"/>
              <a:gd name="csX0" fmla="*/ 6123 w 562491"/>
              <a:gd name="csY0" fmla="*/ 52876 h 1437868"/>
              <a:gd name="csX1" fmla="*/ 51343 w 562491"/>
              <a:gd name="csY1" fmla="*/ 9319 h 1437868"/>
              <a:gd name="csX2" fmla="*/ 527263 w 562491"/>
              <a:gd name="csY2" fmla="*/ 95 h 1437868"/>
              <a:gd name="csX3" fmla="*/ 558319 w 562491"/>
              <a:gd name="csY3" fmla="*/ 47639 h 1437868"/>
              <a:gd name="csX4" fmla="*/ 523723 w 562491"/>
              <a:gd name="csY4" fmla="*/ 1191409 h 1437868"/>
              <a:gd name="csX5" fmla="*/ 485825 w 562491"/>
              <a:gd name="csY5" fmla="*/ 1437868 h 1437868"/>
              <a:gd name="csX6" fmla="*/ 40085 w 562491"/>
              <a:gd name="csY6" fmla="*/ 1417247 h 1437868"/>
              <a:gd name="csX7" fmla="*/ 1578 w 562491"/>
              <a:gd name="csY7" fmla="*/ 1337706 h 1437868"/>
              <a:gd name="csX8" fmla="*/ 6123 w 562491"/>
              <a:gd name="csY8" fmla="*/ 52876 h 1437868"/>
              <a:gd name="csX0" fmla="*/ 6123 w 562491"/>
              <a:gd name="csY0" fmla="*/ 52876 h 1417247"/>
              <a:gd name="csX1" fmla="*/ 51343 w 562491"/>
              <a:gd name="csY1" fmla="*/ 9319 h 1417247"/>
              <a:gd name="csX2" fmla="*/ 527263 w 562491"/>
              <a:gd name="csY2" fmla="*/ 95 h 1417247"/>
              <a:gd name="csX3" fmla="*/ 558319 w 562491"/>
              <a:gd name="csY3" fmla="*/ 47639 h 1417247"/>
              <a:gd name="csX4" fmla="*/ 523723 w 562491"/>
              <a:gd name="csY4" fmla="*/ 1191409 h 1417247"/>
              <a:gd name="csX5" fmla="*/ 442301 w 562491"/>
              <a:gd name="csY5" fmla="*/ 1364448 h 1417247"/>
              <a:gd name="csX6" fmla="*/ 40085 w 562491"/>
              <a:gd name="csY6" fmla="*/ 1417247 h 1417247"/>
              <a:gd name="csX7" fmla="*/ 1578 w 562491"/>
              <a:gd name="csY7" fmla="*/ 1337706 h 1417247"/>
              <a:gd name="csX8" fmla="*/ 6123 w 562491"/>
              <a:gd name="csY8" fmla="*/ 52876 h 1417247"/>
              <a:gd name="csX0" fmla="*/ 4545 w 560913"/>
              <a:gd name="csY0" fmla="*/ 52876 h 1383743"/>
              <a:gd name="csX1" fmla="*/ 49765 w 560913"/>
              <a:gd name="csY1" fmla="*/ 9319 h 1383743"/>
              <a:gd name="csX2" fmla="*/ 525685 w 560913"/>
              <a:gd name="csY2" fmla="*/ 95 h 1383743"/>
              <a:gd name="csX3" fmla="*/ 556741 w 560913"/>
              <a:gd name="csY3" fmla="*/ 47639 h 1383743"/>
              <a:gd name="csX4" fmla="*/ 522145 w 560913"/>
              <a:gd name="csY4" fmla="*/ 1191409 h 1383743"/>
              <a:gd name="csX5" fmla="*/ 440723 w 560913"/>
              <a:gd name="csY5" fmla="*/ 1364448 h 1383743"/>
              <a:gd name="csX6" fmla="*/ 125555 w 560913"/>
              <a:gd name="csY6" fmla="*/ 1383513 h 1383743"/>
              <a:gd name="csX7" fmla="*/ 0 w 560913"/>
              <a:gd name="csY7" fmla="*/ 1337706 h 1383743"/>
              <a:gd name="csX8" fmla="*/ 4545 w 560913"/>
              <a:gd name="csY8" fmla="*/ 52876 h 1383743"/>
              <a:gd name="csX0" fmla="*/ 292 w 556660"/>
              <a:gd name="csY0" fmla="*/ 52876 h 1383513"/>
              <a:gd name="csX1" fmla="*/ 45512 w 556660"/>
              <a:gd name="csY1" fmla="*/ 9319 h 1383513"/>
              <a:gd name="csX2" fmla="*/ 521432 w 556660"/>
              <a:gd name="csY2" fmla="*/ 95 h 1383513"/>
              <a:gd name="csX3" fmla="*/ 552488 w 556660"/>
              <a:gd name="csY3" fmla="*/ 47639 h 1383513"/>
              <a:gd name="csX4" fmla="*/ 517892 w 556660"/>
              <a:gd name="csY4" fmla="*/ 1191409 h 1383513"/>
              <a:gd name="csX5" fmla="*/ 436470 w 556660"/>
              <a:gd name="csY5" fmla="*/ 1364448 h 1383513"/>
              <a:gd name="csX6" fmla="*/ 121302 w 556660"/>
              <a:gd name="csY6" fmla="*/ 1383513 h 1383513"/>
              <a:gd name="csX7" fmla="*/ 10255 w 556660"/>
              <a:gd name="csY7" fmla="*/ 1200787 h 1383513"/>
              <a:gd name="csX8" fmla="*/ 292 w 556660"/>
              <a:gd name="csY8" fmla="*/ 52876 h 1383513"/>
              <a:gd name="csX0" fmla="*/ 292 w 556660"/>
              <a:gd name="csY0" fmla="*/ 52876 h 1364448"/>
              <a:gd name="csX1" fmla="*/ 45512 w 556660"/>
              <a:gd name="csY1" fmla="*/ 9319 h 1364448"/>
              <a:gd name="csX2" fmla="*/ 521432 w 556660"/>
              <a:gd name="csY2" fmla="*/ 95 h 1364448"/>
              <a:gd name="csX3" fmla="*/ 552488 w 556660"/>
              <a:gd name="csY3" fmla="*/ 47639 h 1364448"/>
              <a:gd name="csX4" fmla="*/ 517892 w 556660"/>
              <a:gd name="csY4" fmla="*/ 1191409 h 1364448"/>
              <a:gd name="csX5" fmla="*/ 436470 w 556660"/>
              <a:gd name="csY5" fmla="*/ 1364448 h 1364448"/>
              <a:gd name="csX6" fmla="*/ 244620 w 556660"/>
              <a:gd name="csY6" fmla="*/ 1274375 h 1364448"/>
              <a:gd name="csX7" fmla="*/ 10255 w 556660"/>
              <a:gd name="csY7" fmla="*/ 1200787 h 1364448"/>
              <a:gd name="csX8" fmla="*/ 292 w 556660"/>
              <a:gd name="csY8" fmla="*/ 52876 h 1364448"/>
              <a:gd name="csX0" fmla="*/ 292 w 556660"/>
              <a:gd name="csY0" fmla="*/ 52876 h 1274375"/>
              <a:gd name="csX1" fmla="*/ 45512 w 556660"/>
              <a:gd name="csY1" fmla="*/ 9319 h 1274375"/>
              <a:gd name="csX2" fmla="*/ 521432 w 556660"/>
              <a:gd name="csY2" fmla="*/ 95 h 1274375"/>
              <a:gd name="csX3" fmla="*/ 552488 w 556660"/>
              <a:gd name="csY3" fmla="*/ 47639 h 1274375"/>
              <a:gd name="csX4" fmla="*/ 517892 w 556660"/>
              <a:gd name="csY4" fmla="*/ 1191409 h 1274375"/>
              <a:gd name="csX5" fmla="*/ 450979 w 556660"/>
              <a:gd name="csY5" fmla="*/ 1261263 h 1274375"/>
              <a:gd name="csX6" fmla="*/ 244620 w 556660"/>
              <a:gd name="csY6" fmla="*/ 1274375 h 1274375"/>
              <a:gd name="csX7" fmla="*/ 10255 w 556660"/>
              <a:gd name="csY7" fmla="*/ 1200787 h 1274375"/>
              <a:gd name="csX8" fmla="*/ 292 w 556660"/>
              <a:gd name="csY8" fmla="*/ 52876 h 1274375"/>
              <a:gd name="csX0" fmla="*/ 292 w 556660"/>
              <a:gd name="csY0" fmla="*/ 52876 h 1261263"/>
              <a:gd name="csX1" fmla="*/ 45512 w 556660"/>
              <a:gd name="csY1" fmla="*/ 9319 h 1261263"/>
              <a:gd name="csX2" fmla="*/ 521432 w 556660"/>
              <a:gd name="csY2" fmla="*/ 95 h 1261263"/>
              <a:gd name="csX3" fmla="*/ 552488 w 556660"/>
              <a:gd name="csY3" fmla="*/ 47639 h 1261263"/>
              <a:gd name="csX4" fmla="*/ 517892 w 556660"/>
              <a:gd name="csY4" fmla="*/ 1191409 h 1261263"/>
              <a:gd name="csX5" fmla="*/ 450979 w 556660"/>
              <a:gd name="csY5" fmla="*/ 1261263 h 1261263"/>
              <a:gd name="csX6" fmla="*/ 121303 w 556660"/>
              <a:gd name="csY6" fmla="*/ 1238657 h 1261263"/>
              <a:gd name="csX7" fmla="*/ 10255 w 556660"/>
              <a:gd name="csY7" fmla="*/ 1200787 h 1261263"/>
              <a:gd name="csX8" fmla="*/ 292 w 556660"/>
              <a:gd name="csY8" fmla="*/ 52876 h 1261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56660" h="1261263">
                <a:moveTo>
                  <a:pt x="292" y="52876"/>
                </a:moveTo>
                <a:cubicBezTo>
                  <a:pt x="292" y="865"/>
                  <a:pt x="-6499" y="9319"/>
                  <a:pt x="45512" y="9319"/>
                </a:cubicBezTo>
                <a:lnTo>
                  <a:pt x="521432" y="95"/>
                </a:lnTo>
                <a:cubicBezTo>
                  <a:pt x="573443" y="95"/>
                  <a:pt x="552488" y="-4372"/>
                  <a:pt x="552488" y="47639"/>
                </a:cubicBezTo>
                <a:cubicBezTo>
                  <a:pt x="550184" y="483369"/>
                  <a:pt x="520196" y="755679"/>
                  <a:pt x="517892" y="1191409"/>
                </a:cubicBezTo>
                <a:cubicBezTo>
                  <a:pt x="517892" y="1243420"/>
                  <a:pt x="502990" y="1261263"/>
                  <a:pt x="450979" y="1261263"/>
                </a:cubicBezTo>
                <a:lnTo>
                  <a:pt x="121303" y="1238657"/>
                </a:lnTo>
                <a:cubicBezTo>
                  <a:pt x="69292" y="1238657"/>
                  <a:pt x="10255" y="1252798"/>
                  <a:pt x="10255" y="1200787"/>
                </a:cubicBezTo>
                <a:cubicBezTo>
                  <a:pt x="10255" y="794731"/>
                  <a:pt x="292" y="458932"/>
                  <a:pt x="292" y="52876"/>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0" name="Rectangle : coins arrondis 15">
            <a:extLst>
              <a:ext uri="{FF2B5EF4-FFF2-40B4-BE49-F238E27FC236}">
                <a16:creationId xmlns:a16="http://schemas.microsoft.com/office/drawing/2014/main" id="{265E02D8-AC12-4969-1EC9-F7FC7E701718}"/>
              </a:ext>
            </a:extLst>
          </p:cNvPr>
          <p:cNvSpPr/>
          <p:nvPr/>
        </p:nvSpPr>
        <p:spPr>
          <a:xfrm rot="16200000">
            <a:off x="1459104" y="3250481"/>
            <a:ext cx="654100" cy="2801880"/>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67081 w 552196"/>
              <a:gd name="csY7" fmla="*/ 1231995 h 1425902"/>
              <a:gd name="csX8" fmla="*/ 0 w 552196"/>
              <a:gd name="csY8" fmla="*/ 61531 h 1425902"/>
              <a:gd name="csX0" fmla="*/ 0 w 552196"/>
              <a:gd name="csY0" fmla="*/ 61531 h 1406747"/>
              <a:gd name="csX1" fmla="*/ 70973 w 552196"/>
              <a:gd name="csY1" fmla="*/ 0 h 1406747"/>
              <a:gd name="csX2" fmla="*/ 495387 w 552196"/>
              <a:gd name="csY2" fmla="*/ 13244 h 1406747"/>
              <a:gd name="csX3" fmla="*/ 552196 w 552196"/>
              <a:gd name="csY3" fmla="*/ 56294 h 1406747"/>
              <a:gd name="csX4" fmla="*/ 545285 w 552196"/>
              <a:gd name="csY4" fmla="*/ 1363485 h 1406747"/>
              <a:gd name="csX5" fmla="*/ 462533 w 552196"/>
              <a:gd name="csY5" fmla="*/ 1406082 h 1406747"/>
              <a:gd name="csX6" fmla="*/ 187097 w 552196"/>
              <a:gd name="csY6" fmla="*/ 1386765 h 1406747"/>
              <a:gd name="csX7" fmla="*/ 67081 w 552196"/>
              <a:gd name="csY7" fmla="*/ 1231995 h 1406747"/>
              <a:gd name="csX8" fmla="*/ 0 w 552196"/>
              <a:gd name="csY8" fmla="*/ 61531 h 1406747"/>
              <a:gd name="csX0" fmla="*/ 37597 w 500364"/>
              <a:gd name="csY0" fmla="*/ 226518 h 1406747"/>
              <a:gd name="csX1" fmla="*/ 19141 w 500364"/>
              <a:gd name="csY1" fmla="*/ 0 h 1406747"/>
              <a:gd name="csX2" fmla="*/ 443555 w 500364"/>
              <a:gd name="csY2" fmla="*/ 13244 h 1406747"/>
              <a:gd name="csX3" fmla="*/ 500364 w 500364"/>
              <a:gd name="csY3" fmla="*/ 56294 h 1406747"/>
              <a:gd name="csX4" fmla="*/ 493453 w 500364"/>
              <a:gd name="csY4" fmla="*/ 1363485 h 1406747"/>
              <a:gd name="csX5" fmla="*/ 410701 w 500364"/>
              <a:gd name="csY5" fmla="*/ 1406082 h 1406747"/>
              <a:gd name="csX6" fmla="*/ 135265 w 500364"/>
              <a:gd name="csY6" fmla="*/ 1386765 h 1406747"/>
              <a:gd name="csX7" fmla="*/ 15249 w 500364"/>
              <a:gd name="csY7" fmla="*/ 1231995 h 1406747"/>
              <a:gd name="csX8" fmla="*/ 37597 w 500364"/>
              <a:gd name="csY8" fmla="*/ 226518 h 1406747"/>
              <a:gd name="csX0" fmla="*/ 22348 w 485115"/>
              <a:gd name="csY0" fmla="*/ 213863 h 1394092"/>
              <a:gd name="csX1" fmla="*/ 123130 w 485115"/>
              <a:gd name="csY1" fmla="*/ 12343 h 1394092"/>
              <a:gd name="csX2" fmla="*/ 428306 w 485115"/>
              <a:gd name="csY2" fmla="*/ 589 h 1394092"/>
              <a:gd name="csX3" fmla="*/ 485115 w 485115"/>
              <a:gd name="csY3" fmla="*/ 43639 h 1394092"/>
              <a:gd name="csX4" fmla="*/ 478204 w 485115"/>
              <a:gd name="csY4" fmla="*/ 1350830 h 1394092"/>
              <a:gd name="csX5" fmla="*/ 395452 w 485115"/>
              <a:gd name="csY5" fmla="*/ 1393427 h 1394092"/>
              <a:gd name="csX6" fmla="*/ 120016 w 485115"/>
              <a:gd name="csY6" fmla="*/ 1374110 h 1394092"/>
              <a:gd name="csX7" fmla="*/ 0 w 485115"/>
              <a:gd name="csY7" fmla="*/ 1219340 h 1394092"/>
              <a:gd name="csX8" fmla="*/ 22348 w 485115"/>
              <a:gd name="csY8" fmla="*/ 213863 h 1394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5115" h="1394092">
                <a:moveTo>
                  <a:pt x="22348" y="213863"/>
                </a:moveTo>
                <a:cubicBezTo>
                  <a:pt x="22348" y="161852"/>
                  <a:pt x="71119" y="12343"/>
                  <a:pt x="123130" y="12343"/>
                </a:cubicBezTo>
                <a:lnTo>
                  <a:pt x="428306" y="589"/>
                </a:lnTo>
                <a:cubicBezTo>
                  <a:pt x="480317" y="589"/>
                  <a:pt x="485115" y="-8372"/>
                  <a:pt x="485115" y="43639"/>
                </a:cubicBezTo>
                <a:cubicBezTo>
                  <a:pt x="482811" y="479369"/>
                  <a:pt x="480508" y="915100"/>
                  <a:pt x="478204" y="1350830"/>
                </a:cubicBezTo>
                <a:cubicBezTo>
                  <a:pt x="478204" y="1402841"/>
                  <a:pt x="447463" y="1393427"/>
                  <a:pt x="395452" y="1393427"/>
                </a:cubicBezTo>
                <a:lnTo>
                  <a:pt x="120016" y="1374110"/>
                </a:lnTo>
                <a:cubicBezTo>
                  <a:pt x="68005" y="1374110"/>
                  <a:pt x="0" y="1271351"/>
                  <a:pt x="0" y="1219340"/>
                </a:cubicBezTo>
                <a:cubicBezTo>
                  <a:pt x="0" y="813284"/>
                  <a:pt x="22348" y="619919"/>
                  <a:pt x="22348" y="213863"/>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1" name="Titre 1">
            <a:extLst>
              <a:ext uri="{FF2B5EF4-FFF2-40B4-BE49-F238E27FC236}">
                <a16:creationId xmlns:a16="http://schemas.microsoft.com/office/drawing/2014/main" id="{53E73FD4-C610-C6DB-8311-5C760DA00F48}"/>
              </a:ext>
            </a:extLst>
          </p:cNvPr>
          <p:cNvSpPr>
            <a:spLocks noGrp="1"/>
          </p:cNvSpPr>
          <p:nvPr>
            <p:ph type="title"/>
          </p:nvPr>
        </p:nvSpPr>
        <p:spPr>
          <a:xfrm rot="21434261">
            <a:off x="326982" y="144782"/>
            <a:ext cx="6252849" cy="1782724"/>
          </a:xfrm>
        </p:spPr>
        <p:txBody>
          <a:bodyPr>
            <a:normAutofit/>
          </a:bodyPr>
          <a:lstStyle/>
          <a:p>
            <a:r>
              <a:rPr lang="en-US" sz="4800" b="1" noProof="0" dirty="0">
                <a:solidFill>
                  <a:schemeClr val="bg1"/>
                </a:solidFill>
                <a:highlight>
                  <a:srgbClr val="000000"/>
                </a:highlight>
              </a:rPr>
              <a:t>Results of the Jansen Mechanism:</a:t>
            </a:r>
          </a:p>
        </p:txBody>
      </p:sp>
      <p:sp>
        <p:nvSpPr>
          <p:cNvPr id="12" name="Rectangle 5">
            <a:extLst>
              <a:ext uri="{FF2B5EF4-FFF2-40B4-BE49-F238E27FC236}">
                <a16:creationId xmlns:a16="http://schemas.microsoft.com/office/drawing/2014/main" id="{7A0B833D-9FD1-CD18-2C9E-57DABB98C2A0}"/>
              </a:ext>
            </a:extLst>
          </p:cNvPr>
          <p:cNvSpPr>
            <a:spLocks noGrp="1" noChangeArrowheads="1"/>
          </p:cNvSpPr>
          <p:nvPr>
            <p:ph idx="1"/>
          </p:nvPr>
        </p:nvSpPr>
        <p:spPr bwMode="auto">
          <a:xfrm>
            <a:off x="349421" y="1569235"/>
            <a:ext cx="9000281"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Can walk on irregular surfaces</a:t>
            </a:r>
          </a:p>
          <a:p>
            <a:pPr eaLnBrk="0" fontAlgn="base" hangingPunct="0">
              <a:lnSpc>
                <a:spcPct val="100000"/>
              </a:lnSpc>
              <a:spcBef>
                <a:spcPct val="0"/>
              </a:spcBef>
              <a:spcAft>
                <a:spcPct val="0"/>
              </a:spcAft>
              <a:buFont typeface="Courier New" panose="02070309020205020404" pitchFamily="49" charset="0"/>
              <a:buChar char="o"/>
            </a:pPr>
            <a:endParaRPr lang="en-US" sz="2900" b="1" noProof="0" dirty="0">
              <a:solidFill>
                <a:schemeClr val="bg1"/>
              </a:solidFill>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Can go over small obstacles</a:t>
            </a:r>
          </a:p>
          <a:p>
            <a:pPr eaLnBrk="0" fontAlgn="base" hangingPunct="0">
              <a:lnSpc>
                <a:spcPct val="100000"/>
              </a:lnSpc>
              <a:spcBef>
                <a:spcPct val="0"/>
              </a:spcBef>
              <a:spcAft>
                <a:spcPct val="0"/>
              </a:spcAft>
              <a:buFont typeface="Courier New" panose="02070309020205020404" pitchFamily="49" charset="0"/>
              <a:buChar char="o"/>
            </a:pPr>
            <a:endParaRPr lang="en-US" sz="2900" b="1" noProof="0" dirty="0">
              <a:solidFill>
                <a:schemeClr val="bg1"/>
              </a:solidFill>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Requires low torque</a:t>
            </a:r>
          </a:p>
          <a:p>
            <a:pPr eaLnBrk="0" fontAlgn="base" hangingPunct="0">
              <a:lnSpc>
                <a:spcPct val="100000"/>
              </a:lnSpc>
              <a:spcBef>
                <a:spcPct val="0"/>
              </a:spcBef>
              <a:spcAft>
                <a:spcPct val="0"/>
              </a:spcAft>
              <a:buFont typeface="Courier New" panose="02070309020205020404" pitchFamily="49" charset="0"/>
              <a:buChar char="o"/>
            </a:pPr>
            <a:endParaRPr lang="en-US" sz="2900" b="1" noProof="0" dirty="0">
              <a:solidFill>
                <a:schemeClr val="bg1"/>
              </a:solidFill>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Very stable</a:t>
            </a:r>
          </a:p>
          <a:p>
            <a:pPr eaLnBrk="0" fontAlgn="base" hangingPunct="0">
              <a:lnSpc>
                <a:spcPct val="100000"/>
              </a:lnSpc>
              <a:spcBef>
                <a:spcPct val="0"/>
              </a:spcBef>
              <a:spcAft>
                <a:spcPct val="0"/>
              </a:spcAft>
              <a:buFont typeface="Courier New" panose="02070309020205020404" pitchFamily="49" charset="0"/>
              <a:buChar char="o"/>
            </a:pPr>
            <a:endParaRPr lang="en-US" sz="2900" b="1" noProof="0" dirty="0">
              <a:solidFill>
                <a:schemeClr val="bg1"/>
              </a:solidFill>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Tedious to integrate</a:t>
            </a:r>
          </a:p>
          <a:p>
            <a:pPr eaLnBrk="0" fontAlgn="base" hangingPunct="0">
              <a:lnSpc>
                <a:spcPct val="100000"/>
              </a:lnSpc>
              <a:spcBef>
                <a:spcPct val="0"/>
              </a:spcBef>
              <a:spcAft>
                <a:spcPct val="0"/>
              </a:spcAft>
              <a:buFont typeface="Courier New" panose="02070309020205020404" pitchFamily="49" charset="0"/>
              <a:buChar char="o"/>
            </a:pPr>
            <a:endParaRPr lang="en-US" sz="2900" b="1" noProof="0" dirty="0">
              <a:solidFill>
                <a:schemeClr val="bg1"/>
              </a:solidFill>
              <a:latin typeface="Arial" panose="020B0604020202020204" pitchFamily="34" charset="0"/>
            </a:endParaRPr>
          </a:p>
          <a:p>
            <a:pPr eaLnBrk="0" fontAlgn="base" hangingPunct="0">
              <a:lnSpc>
                <a:spcPct val="100000"/>
              </a:lnSpc>
              <a:spcBef>
                <a:spcPct val="0"/>
              </a:spcBef>
              <a:spcAft>
                <a:spcPct val="0"/>
              </a:spcAft>
              <a:buFont typeface="Courier New" panose="02070309020205020404" pitchFamily="49" charset="0"/>
              <a:buChar char="o"/>
            </a:pPr>
            <a:r>
              <a:rPr lang="en-US" sz="2900" b="1" noProof="0" dirty="0">
                <a:solidFill>
                  <a:schemeClr val="bg1"/>
                </a:solidFill>
                <a:latin typeface="Arial" panose="020B0604020202020204" pitchFamily="34" charset="0"/>
              </a:rPr>
              <a:t>Slower than wheels</a:t>
            </a:r>
          </a:p>
        </p:txBody>
      </p:sp>
      <p:pic>
        <p:nvPicPr>
          <p:cNvPr id="3" name="Image 2">
            <a:extLst>
              <a:ext uri="{FF2B5EF4-FFF2-40B4-BE49-F238E27FC236}">
                <a16:creationId xmlns:a16="http://schemas.microsoft.com/office/drawing/2014/main" id="{4F19C349-40CE-7DE9-A510-E8DD2F03D324}"/>
              </a:ext>
            </a:extLst>
          </p:cNvPr>
          <p:cNvPicPr>
            <a:picLocks noChangeAspect="1"/>
          </p:cNvPicPr>
          <p:nvPr/>
        </p:nvPicPr>
        <p:blipFill>
          <a:blip r:embed="rId3"/>
          <a:srcRect l="11955" t="1928" r="20869" b="3678"/>
          <a:stretch>
            <a:fillRect/>
          </a:stretch>
        </p:blipFill>
        <p:spPr>
          <a:xfrm rot="270895">
            <a:off x="7213616" y="956791"/>
            <a:ext cx="4548381" cy="481228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4" name="Rectangle : coins arrondis 15">
            <a:extLst>
              <a:ext uri="{FF2B5EF4-FFF2-40B4-BE49-F238E27FC236}">
                <a16:creationId xmlns:a16="http://schemas.microsoft.com/office/drawing/2014/main" id="{F6A4E9EC-D880-CFCE-1EE8-6B09433BAB5A}"/>
              </a:ext>
            </a:extLst>
          </p:cNvPr>
          <p:cNvSpPr/>
          <p:nvPr/>
        </p:nvSpPr>
        <p:spPr>
          <a:xfrm rot="8809085">
            <a:off x="6886573" y="4804817"/>
            <a:ext cx="581013" cy="1372420"/>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0 w 697704"/>
              <a:gd name="csY0" fmla="*/ 67766 h 1425902"/>
              <a:gd name="csX1" fmla="*/ 216481 w 697704"/>
              <a:gd name="csY1" fmla="*/ 0 h 1425902"/>
              <a:gd name="csX2" fmla="*/ 640895 w 697704"/>
              <a:gd name="csY2" fmla="*/ 13244 h 1425902"/>
              <a:gd name="csX3" fmla="*/ 697704 w 697704"/>
              <a:gd name="csY3" fmla="*/ 56294 h 1425902"/>
              <a:gd name="csX4" fmla="*/ 690793 w 697704"/>
              <a:gd name="csY4" fmla="*/ 1363485 h 1425902"/>
              <a:gd name="csX5" fmla="*/ 608041 w 697704"/>
              <a:gd name="csY5" fmla="*/ 1406082 h 1425902"/>
              <a:gd name="csX6" fmla="*/ 179470 w 697704"/>
              <a:gd name="csY6" fmla="*/ 1425902 h 1425902"/>
              <a:gd name="csX7" fmla="*/ 132378 w 697704"/>
              <a:gd name="csY7" fmla="*/ 1339620 h 1425902"/>
              <a:gd name="csX8" fmla="*/ 0 w 697704"/>
              <a:gd name="csY8" fmla="*/ 67766 h 1425902"/>
              <a:gd name="csX0" fmla="*/ 0 w 697704"/>
              <a:gd name="csY0" fmla="*/ 55112 h 1413248"/>
              <a:gd name="csX1" fmla="*/ 124019 w 697704"/>
              <a:gd name="csY1" fmla="*/ 31617 h 1413248"/>
              <a:gd name="csX2" fmla="*/ 640895 w 697704"/>
              <a:gd name="csY2" fmla="*/ 590 h 1413248"/>
              <a:gd name="csX3" fmla="*/ 697704 w 697704"/>
              <a:gd name="csY3" fmla="*/ 43640 h 1413248"/>
              <a:gd name="csX4" fmla="*/ 690793 w 697704"/>
              <a:gd name="csY4" fmla="*/ 1350831 h 1413248"/>
              <a:gd name="csX5" fmla="*/ 608041 w 697704"/>
              <a:gd name="csY5" fmla="*/ 1393428 h 1413248"/>
              <a:gd name="csX6" fmla="*/ 179470 w 697704"/>
              <a:gd name="csY6" fmla="*/ 1413248 h 1413248"/>
              <a:gd name="csX7" fmla="*/ 132378 w 697704"/>
              <a:gd name="csY7" fmla="*/ 1326966 h 1413248"/>
              <a:gd name="csX8" fmla="*/ 0 w 697704"/>
              <a:gd name="csY8" fmla="*/ 55112 h 1413248"/>
              <a:gd name="csX0" fmla="*/ 0 w 697704"/>
              <a:gd name="csY0" fmla="*/ 31296 h 1389432"/>
              <a:gd name="csX1" fmla="*/ 124019 w 697704"/>
              <a:gd name="csY1" fmla="*/ 7801 h 1389432"/>
              <a:gd name="csX2" fmla="*/ 562017 w 697704"/>
              <a:gd name="csY2" fmla="*/ 68931 h 1389432"/>
              <a:gd name="csX3" fmla="*/ 697704 w 697704"/>
              <a:gd name="csY3" fmla="*/ 19824 h 1389432"/>
              <a:gd name="csX4" fmla="*/ 690793 w 697704"/>
              <a:gd name="csY4" fmla="*/ 1327015 h 1389432"/>
              <a:gd name="csX5" fmla="*/ 608041 w 697704"/>
              <a:gd name="csY5" fmla="*/ 1369612 h 1389432"/>
              <a:gd name="csX6" fmla="*/ 179470 w 697704"/>
              <a:gd name="csY6" fmla="*/ 1389432 h 1389432"/>
              <a:gd name="csX7" fmla="*/ 132378 w 697704"/>
              <a:gd name="csY7" fmla="*/ 1303150 h 1389432"/>
              <a:gd name="csX8" fmla="*/ 0 w 697704"/>
              <a:gd name="csY8" fmla="*/ 31296 h 1389432"/>
              <a:gd name="csX0" fmla="*/ 0 w 690885"/>
              <a:gd name="csY0" fmla="*/ 31296 h 1389432"/>
              <a:gd name="csX1" fmla="*/ 124019 w 690885"/>
              <a:gd name="csY1" fmla="*/ 7801 h 1389432"/>
              <a:gd name="csX2" fmla="*/ 562017 w 690885"/>
              <a:gd name="csY2" fmla="*/ 68931 h 1389432"/>
              <a:gd name="csX3" fmla="*/ 653660 w 690885"/>
              <a:gd name="csY3" fmla="*/ 225806 h 1389432"/>
              <a:gd name="csX4" fmla="*/ 690793 w 690885"/>
              <a:gd name="csY4" fmla="*/ 1327015 h 1389432"/>
              <a:gd name="csX5" fmla="*/ 608041 w 690885"/>
              <a:gd name="csY5" fmla="*/ 1369612 h 1389432"/>
              <a:gd name="csX6" fmla="*/ 179470 w 690885"/>
              <a:gd name="csY6" fmla="*/ 1389432 h 1389432"/>
              <a:gd name="csX7" fmla="*/ 132378 w 690885"/>
              <a:gd name="csY7" fmla="*/ 1303150 h 1389432"/>
              <a:gd name="csX8" fmla="*/ 0 w 690885"/>
              <a:gd name="csY8" fmla="*/ 31296 h 1389432"/>
              <a:gd name="csX0" fmla="*/ 0 w 690885"/>
              <a:gd name="csY0" fmla="*/ 31296 h 1389432"/>
              <a:gd name="csX1" fmla="*/ 124019 w 690885"/>
              <a:gd name="csY1" fmla="*/ 7801 h 1389432"/>
              <a:gd name="csX2" fmla="*/ 443534 w 690885"/>
              <a:gd name="csY2" fmla="*/ 74632 h 1389432"/>
              <a:gd name="csX3" fmla="*/ 653660 w 690885"/>
              <a:gd name="csY3" fmla="*/ 225806 h 1389432"/>
              <a:gd name="csX4" fmla="*/ 690793 w 690885"/>
              <a:gd name="csY4" fmla="*/ 1327015 h 1389432"/>
              <a:gd name="csX5" fmla="*/ 608041 w 690885"/>
              <a:gd name="csY5" fmla="*/ 1369612 h 1389432"/>
              <a:gd name="csX6" fmla="*/ 179470 w 690885"/>
              <a:gd name="csY6" fmla="*/ 1389432 h 1389432"/>
              <a:gd name="csX7" fmla="*/ 132378 w 690885"/>
              <a:gd name="csY7" fmla="*/ 1303150 h 1389432"/>
              <a:gd name="csX8" fmla="*/ 0 w 690885"/>
              <a:gd name="csY8" fmla="*/ 31296 h 1389432"/>
              <a:gd name="csX0" fmla="*/ 0 w 701603"/>
              <a:gd name="csY0" fmla="*/ 230035 h 1381631"/>
              <a:gd name="csX1" fmla="*/ 134737 w 701603"/>
              <a:gd name="csY1" fmla="*/ 0 h 1381631"/>
              <a:gd name="csX2" fmla="*/ 454252 w 701603"/>
              <a:gd name="csY2" fmla="*/ 66831 h 1381631"/>
              <a:gd name="csX3" fmla="*/ 664378 w 701603"/>
              <a:gd name="csY3" fmla="*/ 218005 h 1381631"/>
              <a:gd name="csX4" fmla="*/ 701511 w 701603"/>
              <a:gd name="csY4" fmla="*/ 1319214 h 1381631"/>
              <a:gd name="csX5" fmla="*/ 618759 w 701603"/>
              <a:gd name="csY5" fmla="*/ 1361811 h 1381631"/>
              <a:gd name="csX6" fmla="*/ 190188 w 701603"/>
              <a:gd name="csY6" fmla="*/ 1381631 h 1381631"/>
              <a:gd name="csX7" fmla="*/ 143096 w 701603"/>
              <a:gd name="csY7" fmla="*/ 1295349 h 1381631"/>
              <a:gd name="csX8" fmla="*/ 0 w 701603"/>
              <a:gd name="csY8" fmla="*/ 230035 h 1381631"/>
              <a:gd name="csX0" fmla="*/ 0 w 701603"/>
              <a:gd name="csY0" fmla="*/ 167128 h 1318724"/>
              <a:gd name="csX1" fmla="*/ 237923 w 701603"/>
              <a:gd name="csY1" fmla="*/ 29813 h 1318724"/>
              <a:gd name="csX2" fmla="*/ 454252 w 701603"/>
              <a:gd name="csY2" fmla="*/ 3924 h 1318724"/>
              <a:gd name="csX3" fmla="*/ 664378 w 701603"/>
              <a:gd name="csY3" fmla="*/ 155098 h 1318724"/>
              <a:gd name="csX4" fmla="*/ 701511 w 701603"/>
              <a:gd name="csY4" fmla="*/ 1256307 h 1318724"/>
              <a:gd name="csX5" fmla="*/ 618759 w 701603"/>
              <a:gd name="csY5" fmla="*/ 1298904 h 1318724"/>
              <a:gd name="csX6" fmla="*/ 190188 w 701603"/>
              <a:gd name="csY6" fmla="*/ 1318724 h 1318724"/>
              <a:gd name="csX7" fmla="*/ 143096 w 701603"/>
              <a:gd name="csY7" fmla="*/ 1232442 h 1318724"/>
              <a:gd name="csX8" fmla="*/ 0 w 701603"/>
              <a:gd name="csY8" fmla="*/ 167128 h 1318724"/>
              <a:gd name="csX0" fmla="*/ 0 w 709082"/>
              <a:gd name="csY0" fmla="*/ 167128 h 1318724"/>
              <a:gd name="csX1" fmla="*/ 237923 w 709082"/>
              <a:gd name="csY1" fmla="*/ 29813 h 1318724"/>
              <a:gd name="csX2" fmla="*/ 454252 w 709082"/>
              <a:gd name="csY2" fmla="*/ 3924 h 1318724"/>
              <a:gd name="csX3" fmla="*/ 709082 w 709082"/>
              <a:gd name="csY3" fmla="*/ 314570 h 1318724"/>
              <a:gd name="csX4" fmla="*/ 701511 w 709082"/>
              <a:gd name="csY4" fmla="*/ 1256307 h 1318724"/>
              <a:gd name="csX5" fmla="*/ 618759 w 709082"/>
              <a:gd name="csY5" fmla="*/ 1298904 h 1318724"/>
              <a:gd name="csX6" fmla="*/ 190188 w 709082"/>
              <a:gd name="csY6" fmla="*/ 1318724 h 1318724"/>
              <a:gd name="csX7" fmla="*/ 143096 w 709082"/>
              <a:gd name="csY7" fmla="*/ 1232442 h 1318724"/>
              <a:gd name="csX8" fmla="*/ 0 w 709082"/>
              <a:gd name="csY8" fmla="*/ 167128 h 1318724"/>
              <a:gd name="csX0" fmla="*/ 0 w 709082"/>
              <a:gd name="csY0" fmla="*/ 137315 h 1288911"/>
              <a:gd name="csX1" fmla="*/ 237923 w 709082"/>
              <a:gd name="csY1" fmla="*/ 0 h 1288911"/>
              <a:gd name="csX2" fmla="*/ 525327 w 709082"/>
              <a:gd name="csY2" fmla="*/ 135868 h 1288911"/>
              <a:gd name="csX3" fmla="*/ 709082 w 709082"/>
              <a:gd name="csY3" fmla="*/ 284757 h 1288911"/>
              <a:gd name="csX4" fmla="*/ 701511 w 709082"/>
              <a:gd name="csY4" fmla="*/ 1226494 h 1288911"/>
              <a:gd name="csX5" fmla="*/ 618759 w 709082"/>
              <a:gd name="csY5" fmla="*/ 1269091 h 1288911"/>
              <a:gd name="csX6" fmla="*/ 190188 w 709082"/>
              <a:gd name="csY6" fmla="*/ 1288911 h 1288911"/>
              <a:gd name="csX7" fmla="*/ 143096 w 709082"/>
              <a:gd name="csY7" fmla="*/ 1202629 h 1288911"/>
              <a:gd name="csX8" fmla="*/ 0 w 709082"/>
              <a:gd name="csY8" fmla="*/ 137315 h 1288911"/>
              <a:gd name="csX0" fmla="*/ 0 w 709082"/>
              <a:gd name="csY0" fmla="*/ 137315 h 1288911"/>
              <a:gd name="csX1" fmla="*/ 237923 w 709082"/>
              <a:gd name="csY1" fmla="*/ 0 h 1288911"/>
              <a:gd name="csX2" fmla="*/ 494758 w 709082"/>
              <a:gd name="csY2" fmla="*/ 57416 h 1288911"/>
              <a:gd name="csX3" fmla="*/ 709082 w 709082"/>
              <a:gd name="csY3" fmla="*/ 284757 h 1288911"/>
              <a:gd name="csX4" fmla="*/ 701511 w 709082"/>
              <a:gd name="csY4" fmla="*/ 1226494 h 1288911"/>
              <a:gd name="csX5" fmla="*/ 618759 w 709082"/>
              <a:gd name="csY5" fmla="*/ 1269091 h 1288911"/>
              <a:gd name="csX6" fmla="*/ 190188 w 709082"/>
              <a:gd name="csY6" fmla="*/ 1288911 h 1288911"/>
              <a:gd name="csX7" fmla="*/ 143096 w 709082"/>
              <a:gd name="csY7" fmla="*/ 1202629 h 1288911"/>
              <a:gd name="csX8" fmla="*/ 0 w 709082"/>
              <a:gd name="csY8" fmla="*/ 137315 h 1288911"/>
              <a:gd name="csX0" fmla="*/ 0 w 701587"/>
              <a:gd name="csY0" fmla="*/ 137315 h 1288911"/>
              <a:gd name="csX1" fmla="*/ 237923 w 701587"/>
              <a:gd name="csY1" fmla="*/ 0 h 1288911"/>
              <a:gd name="csX2" fmla="*/ 494758 w 701587"/>
              <a:gd name="csY2" fmla="*/ 57416 h 1288911"/>
              <a:gd name="csX3" fmla="*/ 655581 w 701587"/>
              <a:gd name="csY3" fmla="*/ 216288 h 1288911"/>
              <a:gd name="csX4" fmla="*/ 701511 w 701587"/>
              <a:gd name="csY4" fmla="*/ 1226494 h 1288911"/>
              <a:gd name="csX5" fmla="*/ 618759 w 701587"/>
              <a:gd name="csY5" fmla="*/ 1269091 h 1288911"/>
              <a:gd name="csX6" fmla="*/ 190188 w 701587"/>
              <a:gd name="csY6" fmla="*/ 1288911 h 1288911"/>
              <a:gd name="csX7" fmla="*/ 143096 w 701587"/>
              <a:gd name="csY7" fmla="*/ 1202629 h 1288911"/>
              <a:gd name="csX8" fmla="*/ 0 w 701587"/>
              <a:gd name="csY8" fmla="*/ 137315 h 1288911"/>
              <a:gd name="csX0" fmla="*/ 0 w 701587"/>
              <a:gd name="csY0" fmla="*/ 85392 h 1236988"/>
              <a:gd name="csX1" fmla="*/ 297923 w 701587"/>
              <a:gd name="csY1" fmla="*/ 9130 h 1236988"/>
              <a:gd name="csX2" fmla="*/ 494758 w 701587"/>
              <a:gd name="csY2" fmla="*/ 5493 h 1236988"/>
              <a:gd name="csX3" fmla="*/ 655581 w 701587"/>
              <a:gd name="csY3" fmla="*/ 164365 h 1236988"/>
              <a:gd name="csX4" fmla="*/ 701511 w 701587"/>
              <a:gd name="csY4" fmla="*/ 1174571 h 1236988"/>
              <a:gd name="csX5" fmla="*/ 618759 w 701587"/>
              <a:gd name="csY5" fmla="*/ 1217168 h 1236988"/>
              <a:gd name="csX6" fmla="*/ 190188 w 701587"/>
              <a:gd name="csY6" fmla="*/ 1236988 h 1236988"/>
              <a:gd name="csX7" fmla="*/ 143096 w 701587"/>
              <a:gd name="csY7" fmla="*/ 1150706 h 1236988"/>
              <a:gd name="csX8" fmla="*/ 0 w 701587"/>
              <a:gd name="csY8" fmla="*/ 85392 h 1236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01587" h="1236988">
                <a:moveTo>
                  <a:pt x="0" y="85392"/>
                </a:moveTo>
                <a:cubicBezTo>
                  <a:pt x="0" y="33381"/>
                  <a:pt x="245912" y="9130"/>
                  <a:pt x="297923" y="9130"/>
                </a:cubicBezTo>
                <a:cubicBezTo>
                  <a:pt x="443922" y="29507"/>
                  <a:pt x="348759" y="-14884"/>
                  <a:pt x="494758" y="5493"/>
                </a:cubicBezTo>
                <a:cubicBezTo>
                  <a:pt x="546769" y="5493"/>
                  <a:pt x="655581" y="112354"/>
                  <a:pt x="655581" y="164365"/>
                </a:cubicBezTo>
                <a:cubicBezTo>
                  <a:pt x="653277" y="600095"/>
                  <a:pt x="703815" y="738841"/>
                  <a:pt x="701511" y="1174571"/>
                </a:cubicBezTo>
                <a:cubicBezTo>
                  <a:pt x="701511" y="1226582"/>
                  <a:pt x="670770" y="1217168"/>
                  <a:pt x="618759" y="1217168"/>
                </a:cubicBezTo>
                <a:lnTo>
                  <a:pt x="190188" y="1236988"/>
                </a:lnTo>
                <a:cubicBezTo>
                  <a:pt x="138177" y="1236988"/>
                  <a:pt x="143096" y="1202717"/>
                  <a:pt x="143096" y="1150706"/>
                </a:cubicBezTo>
                <a:cubicBezTo>
                  <a:pt x="143096" y="744650"/>
                  <a:pt x="0" y="491448"/>
                  <a:pt x="0" y="85392"/>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5" name="Rectangle : coins arrondis 15">
            <a:extLst>
              <a:ext uri="{FF2B5EF4-FFF2-40B4-BE49-F238E27FC236}">
                <a16:creationId xmlns:a16="http://schemas.microsoft.com/office/drawing/2014/main" id="{2DD63F67-7D28-67F8-D4C9-E3C7A08F9C36}"/>
              </a:ext>
            </a:extLst>
          </p:cNvPr>
          <p:cNvSpPr/>
          <p:nvPr/>
        </p:nvSpPr>
        <p:spPr>
          <a:xfrm rot="19423019">
            <a:off x="11381904" y="506468"/>
            <a:ext cx="526315" cy="1649703"/>
          </a:xfrm>
          <a:custGeom>
            <a:avLst/>
            <a:gdLst>
              <a:gd name="csX0" fmla="*/ 0 w 565038"/>
              <a:gd name="csY0" fmla="*/ 94175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0 w 565038"/>
              <a:gd name="csY8" fmla="*/ 94175 h 1406517"/>
              <a:gd name="csX0" fmla="*/ 8330 w 565038"/>
              <a:gd name="csY0" fmla="*/ 61966 h 1406517"/>
              <a:gd name="csX1" fmla="*/ 94175 w 565038"/>
              <a:gd name="csY1" fmla="*/ 0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966 h 1406517"/>
              <a:gd name="csX1" fmla="*/ 79303 w 565038"/>
              <a:gd name="csY1" fmla="*/ 435 h 1406517"/>
              <a:gd name="csX2" fmla="*/ 470863 w 565038"/>
              <a:gd name="csY2" fmla="*/ 0 h 1406517"/>
              <a:gd name="csX3" fmla="*/ 565038 w 565038"/>
              <a:gd name="csY3" fmla="*/ 94175 h 1406517"/>
              <a:gd name="csX4" fmla="*/ 565038 w 565038"/>
              <a:gd name="csY4" fmla="*/ 1312342 h 1406517"/>
              <a:gd name="csX5" fmla="*/ 470863 w 565038"/>
              <a:gd name="csY5" fmla="*/ 1406517 h 1406517"/>
              <a:gd name="csX6" fmla="*/ 94175 w 565038"/>
              <a:gd name="csY6" fmla="*/ 1406517 h 1406517"/>
              <a:gd name="csX7" fmla="*/ 0 w 565038"/>
              <a:gd name="csY7" fmla="*/ 1312342 h 1406517"/>
              <a:gd name="csX8" fmla="*/ 8330 w 565038"/>
              <a:gd name="csY8" fmla="*/ 61966 h 1406517"/>
              <a:gd name="csX0" fmla="*/ 8330 w 565038"/>
              <a:gd name="csY0" fmla="*/ 61531 h 1406082"/>
              <a:gd name="csX1" fmla="*/ 79303 w 565038"/>
              <a:gd name="csY1" fmla="*/ 0 h 1406082"/>
              <a:gd name="csX2" fmla="*/ 503717 w 565038"/>
              <a:gd name="csY2" fmla="*/ 13244 h 1406082"/>
              <a:gd name="csX3" fmla="*/ 565038 w 565038"/>
              <a:gd name="csY3" fmla="*/ 93740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5038"/>
              <a:gd name="csY0" fmla="*/ 61531 h 1406082"/>
              <a:gd name="csX1" fmla="*/ 79303 w 565038"/>
              <a:gd name="csY1" fmla="*/ 0 h 1406082"/>
              <a:gd name="csX2" fmla="*/ 503717 w 565038"/>
              <a:gd name="csY2" fmla="*/ 13244 h 1406082"/>
              <a:gd name="csX3" fmla="*/ 560526 w 565038"/>
              <a:gd name="csY3" fmla="*/ 56294 h 1406082"/>
              <a:gd name="csX4" fmla="*/ 565038 w 565038"/>
              <a:gd name="csY4" fmla="*/ 1311907 h 1406082"/>
              <a:gd name="csX5" fmla="*/ 470863 w 565038"/>
              <a:gd name="csY5" fmla="*/ 1406082 h 1406082"/>
              <a:gd name="csX6" fmla="*/ 94175 w 565038"/>
              <a:gd name="csY6" fmla="*/ 1406082 h 1406082"/>
              <a:gd name="csX7" fmla="*/ 0 w 565038"/>
              <a:gd name="csY7" fmla="*/ 1311907 h 1406082"/>
              <a:gd name="csX8" fmla="*/ 8330 w 565038"/>
              <a:gd name="csY8" fmla="*/ 61531 h 1406082"/>
              <a:gd name="csX0" fmla="*/ 8330 w 560526"/>
              <a:gd name="csY0" fmla="*/ 61531 h 1406747"/>
              <a:gd name="csX1" fmla="*/ 79303 w 560526"/>
              <a:gd name="csY1" fmla="*/ 0 h 1406747"/>
              <a:gd name="csX2" fmla="*/ 503717 w 560526"/>
              <a:gd name="csY2" fmla="*/ 13244 h 1406747"/>
              <a:gd name="csX3" fmla="*/ 560526 w 560526"/>
              <a:gd name="csY3" fmla="*/ 56294 h 1406747"/>
              <a:gd name="csX4" fmla="*/ 553615 w 560526"/>
              <a:gd name="csY4" fmla="*/ 1363485 h 1406747"/>
              <a:gd name="csX5" fmla="*/ 470863 w 560526"/>
              <a:gd name="csY5" fmla="*/ 1406082 h 1406747"/>
              <a:gd name="csX6" fmla="*/ 94175 w 560526"/>
              <a:gd name="csY6" fmla="*/ 1406082 h 1406747"/>
              <a:gd name="csX7" fmla="*/ 0 w 560526"/>
              <a:gd name="csY7" fmla="*/ 1311907 h 1406747"/>
              <a:gd name="csX8" fmla="*/ 8330 w 560526"/>
              <a:gd name="csY8" fmla="*/ 61531 h 1406747"/>
              <a:gd name="csX0" fmla="*/ 9049 w 561245"/>
              <a:gd name="csY0" fmla="*/ 61531 h 1425902"/>
              <a:gd name="csX1" fmla="*/ 80022 w 561245"/>
              <a:gd name="csY1" fmla="*/ 0 h 1425902"/>
              <a:gd name="csX2" fmla="*/ 504436 w 561245"/>
              <a:gd name="csY2" fmla="*/ 13244 h 1425902"/>
              <a:gd name="csX3" fmla="*/ 561245 w 561245"/>
              <a:gd name="csY3" fmla="*/ 56294 h 1425902"/>
              <a:gd name="csX4" fmla="*/ 554334 w 561245"/>
              <a:gd name="csY4" fmla="*/ 1363485 h 1425902"/>
              <a:gd name="csX5" fmla="*/ 471582 w 561245"/>
              <a:gd name="csY5" fmla="*/ 1406082 h 1425902"/>
              <a:gd name="csX6" fmla="*/ 43011 w 561245"/>
              <a:gd name="csY6" fmla="*/ 1425902 h 1425902"/>
              <a:gd name="csX7" fmla="*/ 719 w 561245"/>
              <a:gd name="csY7" fmla="*/ 1311907 h 1425902"/>
              <a:gd name="csX8" fmla="*/ 9049 w 561245"/>
              <a:gd name="csY8" fmla="*/ 61531 h 1425902"/>
              <a:gd name="csX0" fmla="*/ 0 w 552196"/>
              <a:gd name="csY0" fmla="*/ 61531 h 1425902"/>
              <a:gd name="csX1" fmla="*/ 70973 w 552196"/>
              <a:gd name="csY1" fmla="*/ 0 h 1425902"/>
              <a:gd name="csX2" fmla="*/ 495387 w 552196"/>
              <a:gd name="csY2" fmla="*/ 13244 h 1425902"/>
              <a:gd name="csX3" fmla="*/ 552196 w 552196"/>
              <a:gd name="csY3" fmla="*/ 56294 h 1425902"/>
              <a:gd name="csX4" fmla="*/ 545285 w 552196"/>
              <a:gd name="csY4" fmla="*/ 1363485 h 1425902"/>
              <a:gd name="csX5" fmla="*/ 462533 w 552196"/>
              <a:gd name="csY5" fmla="*/ 1406082 h 1425902"/>
              <a:gd name="csX6" fmla="*/ 33962 w 552196"/>
              <a:gd name="csY6" fmla="*/ 1425902 h 1425902"/>
              <a:gd name="csX7" fmla="*/ 8057 w 552196"/>
              <a:gd name="csY7" fmla="*/ 1346565 h 1425902"/>
              <a:gd name="csX8" fmla="*/ 0 w 552196"/>
              <a:gd name="csY8" fmla="*/ 61531 h 1425902"/>
              <a:gd name="csX0" fmla="*/ 13254 w 565450"/>
              <a:gd name="csY0" fmla="*/ 61531 h 1425902"/>
              <a:gd name="csX1" fmla="*/ 84227 w 565450"/>
              <a:gd name="csY1" fmla="*/ 0 h 1425902"/>
              <a:gd name="csX2" fmla="*/ 508641 w 565450"/>
              <a:gd name="csY2" fmla="*/ 13244 h 1425902"/>
              <a:gd name="csX3" fmla="*/ 565450 w 565450"/>
              <a:gd name="csY3" fmla="*/ 56294 h 1425902"/>
              <a:gd name="csX4" fmla="*/ 558539 w 565450"/>
              <a:gd name="csY4" fmla="*/ 1363485 h 1425902"/>
              <a:gd name="csX5" fmla="*/ 475787 w 565450"/>
              <a:gd name="csY5" fmla="*/ 1406082 h 1425902"/>
              <a:gd name="csX6" fmla="*/ 47216 w 565450"/>
              <a:gd name="csY6" fmla="*/ 1425902 h 1425902"/>
              <a:gd name="csX7" fmla="*/ 124 w 565450"/>
              <a:gd name="csY7" fmla="*/ 1339620 h 1425902"/>
              <a:gd name="csX8" fmla="*/ 13254 w 565450"/>
              <a:gd name="csY8" fmla="*/ 61531 h 1425902"/>
              <a:gd name="csX0" fmla="*/ 129713 w 681909"/>
              <a:gd name="csY0" fmla="*/ 61531 h 1580174"/>
              <a:gd name="csX1" fmla="*/ 200686 w 681909"/>
              <a:gd name="csY1" fmla="*/ 0 h 1580174"/>
              <a:gd name="csX2" fmla="*/ 625100 w 681909"/>
              <a:gd name="csY2" fmla="*/ 13244 h 1580174"/>
              <a:gd name="csX3" fmla="*/ 681909 w 681909"/>
              <a:gd name="csY3" fmla="*/ 56294 h 1580174"/>
              <a:gd name="csX4" fmla="*/ 674998 w 681909"/>
              <a:gd name="csY4" fmla="*/ 1363485 h 1580174"/>
              <a:gd name="csX5" fmla="*/ 592246 w 681909"/>
              <a:gd name="csY5" fmla="*/ 1406082 h 1580174"/>
              <a:gd name="csX6" fmla="*/ 163675 w 681909"/>
              <a:gd name="csY6" fmla="*/ 1425902 h 1580174"/>
              <a:gd name="csX7" fmla="*/ 0 w 681909"/>
              <a:gd name="csY7" fmla="*/ 1571451 h 1580174"/>
              <a:gd name="csX8" fmla="*/ 129713 w 681909"/>
              <a:gd name="csY8" fmla="*/ 61531 h 1580174"/>
              <a:gd name="csX0" fmla="*/ 129713 w 681909"/>
              <a:gd name="csY0" fmla="*/ 61531 h 1601060"/>
              <a:gd name="csX1" fmla="*/ 200686 w 681909"/>
              <a:gd name="csY1" fmla="*/ 0 h 1601060"/>
              <a:gd name="csX2" fmla="*/ 625100 w 681909"/>
              <a:gd name="csY2" fmla="*/ 13244 h 1601060"/>
              <a:gd name="csX3" fmla="*/ 681909 w 681909"/>
              <a:gd name="csY3" fmla="*/ 56294 h 1601060"/>
              <a:gd name="csX4" fmla="*/ 674998 w 681909"/>
              <a:gd name="csY4" fmla="*/ 1363485 h 1601060"/>
              <a:gd name="csX5" fmla="*/ 592246 w 681909"/>
              <a:gd name="csY5" fmla="*/ 1406082 h 1601060"/>
              <a:gd name="csX6" fmla="*/ 270401 w 681909"/>
              <a:gd name="csY6" fmla="*/ 1591129 h 1601060"/>
              <a:gd name="csX7" fmla="*/ 0 w 681909"/>
              <a:gd name="csY7" fmla="*/ 1571451 h 1601060"/>
              <a:gd name="csX8" fmla="*/ 129713 w 681909"/>
              <a:gd name="csY8" fmla="*/ 61531 h 1601060"/>
              <a:gd name="csX0" fmla="*/ 129713 w 681909"/>
              <a:gd name="csY0" fmla="*/ 61531 h 1601060"/>
              <a:gd name="csX1" fmla="*/ 200686 w 681909"/>
              <a:gd name="csY1" fmla="*/ 0 h 1601060"/>
              <a:gd name="csX2" fmla="*/ 625100 w 681909"/>
              <a:gd name="csY2" fmla="*/ 13244 h 1601060"/>
              <a:gd name="csX3" fmla="*/ 681909 w 681909"/>
              <a:gd name="csY3" fmla="*/ 56294 h 1601060"/>
              <a:gd name="csX4" fmla="*/ 655233 w 681909"/>
              <a:gd name="csY4" fmla="*/ 1222403 h 1601060"/>
              <a:gd name="csX5" fmla="*/ 592246 w 681909"/>
              <a:gd name="csY5" fmla="*/ 1406082 h 1601060"/>
              <a:gd name="csX6" fmla="*/ 270401 w 681909"/>
              <a:gd name="csY6" fmla="*/ 1591129 h 1601060"/>
              <a:gd name="csX7" fmla="*/ 0 w 681909"/>
              <a:gd name="csY7" fmla="*/ 1571451 h 1601060"/>
              <a:gd name="csX8" fmla="*/ 129713 w 681909"/>
              <a:gd name="csY8" fmla="*/ 61531 h 1601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1909" h="1601060">
                <a:moveTo>
                  <a:pt x="129713" y="61531"/>
                </a:moveTo>
                <a:cubicBezTo>
                  <a:pt x="129713" y="9520"/>
                  <a:pt x="148675" y="0"/>
                  <a:pt x="200686" y="0"/>
                </a:cubicBezTo>
                <a:lnTo>
                  <a:pt x="625100" y="13244"/>
                </a:lnTo>
                <a:cubicBezTo>
                  <a:pt x="677111" y="13244"/>
                  <a:pt x="681909" y="4283"/>
                  <a:pt x="681909" y="56294"/>
                </a:cubicBezTo>
                <a:cubicBezTo>
                  <a:pt x="679605" y="492024"/>
                  <a:pt x="657537" y="786673"/>
                  <a:pt x="655233" y="1222403"/>
                </a:cubicBezTo>
                <a:cubicBezTo>
                  <a:pt x="655233" y="1274414"/>
                  <a:pt x="644257" y="1406082"/>
                  <a:pt x="592246" y="1406082"/>
                </a:cubicBezTo>
                <a:lnTo>
                  <a:pt x="270401" y="1591129"/>
                </a:lnTo>
                <a:cubicBezTo>
                  <a:pt x="218390" y="1591129"/>
                  <a:pt x="0" y="1623462"/>
                  <a:pt x="0" y="1571451"/>
                </a:cubicBezTo>
                <a:cubicBezTo>
                  <a:pt x="0" y="1165395"/>
                  <a:pt x="129713" y="467587"/>
                  <a:pt x="129713" y="61531"/>
                </a:cubicBezTo>
                <a:close/>
              </a:path>
            </a:pathLst>
          </a:cu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9980198"/>
      </p:ext>
    </p:extLst>
  </p:cSld>
  <p:clrMapOvr>
    <a:masterClrMapping/>
  </p:clrMapOvr>
</p:sld>
</file>

<file path=ppt/theme/theme1.xml><?xml version="1.0" encoding="utf-8"?>
<a:theme xmlns:a="http://schemas.openxmlformats.org/drawingml/2006/main" name="Badge">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d269254-49ab-4357-a8e3-d2de4cb8988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FE8670A3B458408662B09ABE9EE51A" ma:contentTypeVersion="11" ma:contentTypeDescription="Crée un document." ma:contentTypeScope="" ma:versionID="f2fa5b597242c6ce811dcc5e18ea0f72">
  <xsd:schema xmlns:xsd="http://www.w3.org/2001/XMLSchema" xmlns:xs="http://www.w3.org/2001/XMLSchema" xmlns:p="http://schemas.microsoft.com/office/2006/metadata/properties" xmlns:ns3="0d269254-49ab-4357-a8e3-d2de4cb8988e" xmlns:ns4="e497de7f-3f55-4b2b-914b-220c7f44d4d7" targetNamespace="http://schemas.microsoft.com/office/2006/metadata/properties" ma:root="true" ma:fieldsID="9a693e5718529e35b4f26f809cef2e88" ns3:_="" ns4:_="">
    <xsd:import namespace="0d269254-49ab-4357-a8e3-d2de4cb8988e"/>
    <xsd:import namespace="e497de7f-3f55-4b2b-914b-220c7f44d4d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earchPropertie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269254-49ab-4357-a8e3-d2de4cb898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3" nillable="true" ma:displayName="MediaLengthInSeconds" ma:hidden="true" ma:internalName="MediaLengthInSeconds" ma:readOnly="true">
      <xsd:simpleType>
        <xsd:restriction base="dms:Unknown"/>
      </xsd:simpleType>
    </xsd:element>
    <xsd:element name="_activity" ma:index="14" nillable="true" ma:displayName="_activity" ma:hidden="true" ma:internalName="_activity">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97de7f-3f55-4b2b-914b-220c7f44d4d7"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32E96D-32DB-41AD-A530-C69E829A463B}">
  <ds:schemaRefs>
    <ds:schemaRef ds:uri="http://www.w3.org/XML/1998/namespace"/>
    <ds:schemaRef ds:uri="http://purl.org/dc/dcmitype/"/>
    <ds:schemaRef ds:uri="http://schemas.microsoft.com/office/2006/documentManagement/types"/>
    <ds:schemaRef ds:uri="http://purl.org/dc/terms/"/>
    <ds:schemaRef ds:uri="e497de7f-3f55-4b2b-914b-220c7f44d4d7"/>
    <ds:schemaRef ds:uri="http://schemas.microsoft.com/office/infopath/2007/PartnerControls"/>
    <ds:schemaRef ds:uri="http://purl.org/dc/elements/1.1/"/>
    <ds:schemaRef ds:uri="http://schemas.openxmlformats.org/package/2006/metadata/core-properties"/>
    <ds:schemaRef ds:uri="0d269254-49ab-4357-a8e3-d2de4cb8988e"/>
    <ds:schemaRef ds:uri="http://schemas.microsoft.com/office/2006/metadata/properties"/>
  </ds:schemaRefs>
</ds:datastoreItem>
</file>

<file path=customXml/itemProps2.xml><?xml version="1.0" encoding="utf-8"?>
<ds:datastoreItem xmlns:ds="http://schemas.openxmlformats.org/officeDocument/2006/customXml" ds:itemID="{E896DF96-7DDE-4C23-992A-FF57DFF72CBB}">
  <ds:schemaRefs>
    <ds:schemaRef ds:uri="0d269254-49ab-4357-a8e3-d2de4cb8988e"/>
    <ds:schemaRef ds:uri="e497de7f-3f55-4b2b-914b-220c7f44d4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9A03F5D-FDE5-4562-A53D-1C1C5F5FF2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Badge</Template>
  <TotalTime>7944</TotalTime>
  <Words>136</Words>
  <Application>Microsoft Office PowerPoint</Application>
  <PresentationFormat>Grand écran</PresentationFormat>
  <Paragraphs>26</Paragraphs>
  <Slides>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Arial</vt:lpstr>
      <vt:lpstr>Courier New</vt:lpstr>
      <vt:lpstr>Gill Sans MT</vt:lpstr>
      <vt:lpstr>Impact</vt:lpstr>
      <vt:lpstr>Badge</vt:lpstr>
      <vt:lpstr>Présentation PowerPoint</vt:lpstr>
      <vt:lpstr>Features:</vt:lpstr>
      <vt:lpstr>Results of the Jansen Mechanism: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GIRAUD Alexis</dc:creator>
  <cp:lastModifiedBy>GIRAUD Alexis</cp:lastModifiedBy>
  <cp:revision>72</cp:revision>
  <dcterms:created xsi:type="dcterms:W3CDTF">2025-12-10T15:48:59Z</dcterms:created>
  <dcterms:modified xsi:type="dcterms:W3CDTF">2026-04-08T10:53:03Z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0x0101006AFE8670A3B458408662B09ABE9EE51A</vt:lpwstr>
  </property>
</Properties>
</file>